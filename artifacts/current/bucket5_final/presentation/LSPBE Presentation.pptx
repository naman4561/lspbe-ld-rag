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7"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2A081-1AF7-4D13-BF3E-E2D14C8F9D68}" v="59" dt="2026-04-21T09:09:15.1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724" autoAdjust="0"/>
  </p:normalViewPr>
  <p:slideViewPr>
    <p:cSldViewPr snapToGrid="0">
      <p:cViewPr varScale="1">
        <p:scale>
          <a:sx n="74" d="100"/>
          <a:sy n="74" d="100"/>
        </p:scale>
        <p:origin x="1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an Saboo" userId="75837d53a0ace9a4" providerId="LiveId" clId="{80C36D3F-3510-4E1F-BE18-58EF142008A6}"/>
    <pc:docChg chg="undo redo custSel addSld delSld modSld sldOrd modNotesMaster">
      <pc:chgData name="Naman Saboo" userId="75837d53a0ace9a4" providerId="LiveId" clId="{80C36D3F-3510-4E1F-BE18-58EF142008A6}" dt="2026-04-21T09:15:54.034" v="540" actId="1076"/>
      <pc:docMkLst>
        <pc:docMk/>
      </pc:docMkLst>
      <pc:sldChg chg="addSp modSp mod setBg modNotes modNotesTx">
        <pc:chgData name="Naman Saboo" userId="75837d53a0ace9a4" providerId="LiveId" clId="{80C36D3F-3510-4E1F-BE18-58EF142008A6}" dt="2026-04-21T07:17:50.421" v="198" actId="26606"/>
        <pc:sldMkLst>
          <pc:docMk/>
          <pc:sldMk cId="0" sldId="256"/>
        </pc:sldMkLst>
        <pc:spChg chg="mod">
          <ac:chgData name="Naman Saboo" userId="75837d53a0ace9a4" providerId="LiveId" clId="{80C36D3F-3510-4E1F-BE18-58EF142008A6}" dt="2026-04-21T05:14:16.055" v="23" actId="26606"/>
          <ac:spMkLst>
            <pc:docMk/>
            <pc:sldMk cId="0" sldId="256"/>
            <ac:spMk id="2" creationId="{00000000-0000-0000-0000-000000000000}"/>
          </ac:spMkLst>
        </pc:spChg>
        <pc:spChg chg="mod">
          <ac:chgData name="Naman Saboo" userId="75837d53a0ace9a4" providerId="LiveId" clId="{80C36D3F-3510-4E1F-BE18-58EF142008A6}" dt="2026-04-21T05:14:16.055" v="23" actId="26606"/>
          <ac:spMkLst>
            <pc:docMk/>
            <pc:sldMk cId="0" sldId="256"/>
            <ac:spMk id="3" creationId="{00000000-0000-0000-0000-000000000000}"/>
          </ac:spMkLst>
        </pc:spChg>
        <pc:spChg chg="mod">
          <ac:chgData name="Naman Saboo" userId="75837d53a0ace9a4" providerId="LiveId" clId="{80C36D3F-3510-4E1F-BE18-58EF142008A6}" dt="2026-04-21T05:14:16.055" v="23" actId="26606"/>
          <ac:spMkLst>
            <pc:docMk/>
            <pc:sldMk cId="0" sldId="256"/>
            <ac:spMk id="4" creationId="{00000000-0000-0000-0000-000000000000}"/>
          </ac:spMkLst>
        </pc:spChg>
        <pc:spChg chg="mod">
          <ac:chgData name="Naman Saboo" userId="75837d53a0ace9a4" providerId="LiveId" clId="{80C36D3F-3510-4E1F-BE18-58EF142008A6}" dt="2026-04-21T05:14:16.055" v="23" actId="26606"/>
          <ac:spMkLst>
            <pc:docMk/>
            <pc:sldMk cId="0" sldId="256"/>
            <ac:spMk id="5" creationId="{00000000-0000-0000-0000-000000000000}"/>
          </ac:spMkLst>
        </pc:spChg>
        <pc:spChg chg="mod">
          <ac:chgData name="Naman Saboo" userId="75837d53a0ace9a4" providerId="LiveId" clId="{80C36D3F-3510-4E1F-BE18-58EF142008A6}" dt="2026-04-21T07:17:50.421" v="198" actId="26606"/>
          <ac:spMkLst>
            <pc:docMk/>
            <pc:sldMk cId="0" sldId="256"/>
            <ac:spMk id="6" creationId="{00000000-0000-0000-0000-000000000000}"/>
          </ac:spMkLst>
        </pc:spChg>
        <pc:spChg chg="add mod">
          <ac:chgData name="Naman Saboo" userId="75837d53a0ace9a4" providerId="LiveId" clId="{80C36D3F-3510-4E1F-BE18-58EF142008A6}" dt="2026-04-21T07:17:50.421" v="198" actId="26606"/>
          <ac:spMkLst>
            <pc:docMk/>
            <pc:sldMk cId="0" sldId="256"/>
            <ac:spMk id="7" creationId="{00000000-0000-0000-0000-000000000000}"/>
          </ac:spMkLst>
        </pc:spChg>
      </pc:sldChg>
      <pc:sldChg chg="addSp modSp mod setBg modNotes modNotesTx">
        <pc:chgData name="Naman Saboo" userId="75837d53a0ace9a4" providerId="LiveId" clId="{80C36D3F-3510-4E1F-BE18-58EF142008A6}" dt="2026-04-21T09:12:29.039" v="523" actId="14100"/>
        <pc:sldMkLst>
          <pc:docMk/>
          <pc:sldMk cId="0" sldId="257"/>
        </pc:sldMkLst>
        <pc:spChg chg="mod">
          <ac:chgData name="Naman Saboo" userId="75837d53a0ace9a4" providerId="LiveId" clId="{80C36D3F-3510-4E1F-BE18-58EF142008A6}" dt="2026-04-21T07:17:50.421" v="198" actId="26606"/>
          <ac:spMkLst>
            <pc:docMk/>
            <pc:sldMk cId="0" sldId="257"/>
            <ac:spMk id="2" creationId="{00000000-0000-0000-0000-000000000000}"/>
          </ac:spMkLst>
        </pc:spChg>
        <pc:spChg chg="mod">
          <ac:chgData name="Naman Saboo" userId="75837d53a0ace9a4" providerId="LiveId" clId="{80C36D3F-3510-4E1F-BE18-58EF142008A6}" dt="2026-04-21T05:14:16.055" v="23" actId="26606"/>
          <ac:spMkLst>
            <pc:docMk/>
            <pc:sldMk cId="0" sldId="257"/>
            <ac:spMk id="3" creationId="{00000000-0000-0000-0000-000000000000}"/>
          </ac:spMkLst>
        </pc:spChg>
        <pc:spChg chg="mod">
          <ac:chgData name="Naman Saboo" userId="75837d53a0ace9a4" providerId="LiveId" clId="{80C36D3F-3510-4E1F-BE18-58EF142008A6}" dt="2026-04-21T07:17:50.421" v="198" actId="26606"/>
          <ac:spMkLst>
            <pc:docMk/>
            <pc:sldMk cId="0" sldId="257"/>
            <ac:spMk id="4" creationId="{00000000-0000-0000-0000-000000000000}"/>
          </ac:spMkLst>
        </pc:spChg>
        <pc:spChg chg="mod">
          <ac:chgData name="Naman Saboo" userId="75837d53a0ace9a4" providerId="LiveId" clId="{80C36D3F-3510-4E1F-BE18-58EF142008A6}" dt="2026-04-21T05:14:16.055" v="23" actId="26606"/>
          <ac:spMkLst>
            <pc:docMk/>
            <pc:sldMk cId="0" sldId="257"/>
            <ac:spMk id="5" creationId="{00000000-0000-0000-0000-000000000000}"/>
          </ac:spMkLst>
        </pc:spChg>
        <pc:spChg chg="mod">
          <ac:chgData name="Naman Saboo" userId="75837d53a0ace9a4" providerId="LiveId" clId="{80C36D3F-3510-4E1F-BE18-58EF142008A6}" dt="2026-04-21T07:17:50.421" v="198" actId="26606"/>
          <ac:spMkLst>
            <pc:docMk/>
            <pc:sldMk cId="0" sldId="257"/>
            <ac:spMk id="6" creationId="{00000000-0000-0000-0000-000000000000}"/>
          </ac:spMkLst>
        </pc:spChg>
        <pc:spChg chg="mod">
          <ac:chgData name="Naman Saboo" userId="75837d53a0ace9a4" providerId="LiveId" clId="{80C36D3F-3510-4E1F-BE18-58EF142008A6}" dt="2026-04-21T09:12:21.164" v="521" actId="14100"/>
          <ac:spMkLst>
            <pc:docMk/>
            <pc:sldMk cId="0" sldId="257"/>
            <ac:spMk id="7" creationId="{00000000-0000-0000-0000-000000000000}"/>
          </ac:spMkLst>
        </pc:spChg>
        <pc:spChg chg="mod">
          <ac:chgData name="Naman Saboo" userId="75837d53a0ace9a4" providerId="LiveId" clId="{80C36D3F-3510-4E1F-BE18-58EF142008A6}" dt="2026-04-21T07:17:50.421" v="198" actId="26606"/>
          <ac:spMkLst>
            <pc:docMk/>
            <pc:sldMk cId="0" sldId="257"/>
            <ac:spMk id="8" creationId="{00000000-0000-0000-0000-000000000000}"/>
          </ac:spMkLst>
        </pc:spChg>
        <pc:spChg chg="mod">
          <ac:chgData name="Naman Saboo" userId="75837d53a0ace9a4" providerId="LiveId" clId="{80C36D3F-3510-4E1F-BE18-58EF142008A6}" dt="2026-04-21T05:14:16.055" v="23" actId="26606"/>
          <ac:spMkLst>
            <pc:docMk/>
            <pc:sldMk cId="0" sldId="257"/>
            <ac:spMk id="9" creationId="{00000000-0000-0000-0000-000000000000}"/>
          </ac:spMkLst>
        </pc:spChg>
        <pc:spChg chg="mod">
          <ac:chgData name="Naman Saboo" userId="75837d53a0ace9a4" providerId="LiveId" clId="{80C36D3F-3510-4E1F-BE18-58EF142008A6}" dt="2026-04-21T07:17:50.421" v="198" actId="26606"/>
          <ac:spMkLst>
            <pc:docMk/>
            <pc:sldMk cId="0" sldId="257"/>
            <ac:spMk id="10" creationId="{00000000-0000-0000-0000-000000000000}"/>
          </ac:spMkLst>
        </pc:spChg>
        <pc:spChg chg="mod">
          <ac:chgData name="Naman Saboo" userId="75837d53a0ace9a4" providerId="LiveId" clId="{80C36D3F-3510-4E1F-BE18-58EF142008A6}" dt="2026-04-21T09:12:29.039" v="523" actId="14100"/>
          <ac:spMkLst>
            <pc:docMk/>
            <pc:sldMk cId="0" sldId="257"/>
            <ac:spMk id="11" creationId="{00000000-0000-0000-0000-000000000000}"/>
          </ac:spMkLst>
        </pc:spChg>
        <pc:spChg chg="add mod">
          <ac:chgData name="Naman Saboo" userId="75837d53a0ace9a4" providerId="LiveId" clId="{80C36D3F-3510-4E1F-BE18-58EF142008A6}" dt="2026-04-21T07:17:50.421" v="198" actId="26606"/>
          <ac:spMkLst>
            <pc:docMk/>
            <pc:sldMk cId="0" sldId="257"/>
            <ac:spMk id="12" creationId="{00000000-0000-0000-0000-000000000000}"/>
          </ac:spMkLst>
        </pc:spChg>
        <pc:spChg chg="add mod">
          <ac:chgData name="Naman Saboo" userId="75837d53a0ace9a4" providerId="LiveId" clId="{80C36D3F-3510-4E1F-BE18-58EF142008A6}" dt="2026-04-21T07:17:50.421" v="198" actId="26606"/>
          <ac:spMkLst>
            <pc:docMk/>
            <pc:sldMk cId="0" sldId="257"/>
            <ac:spMk id="13" creationId="{00000000-0000-0000-0000-000000000000}"/>
          </ac:spMkLst>
        </pc:spChg>
      </pc:sldChg>
      <pc:sldChg chg="addSp delSp modSp mod setBg modNotes modNotesTx">
        <pc:chgData name="Naman Saboo" userId="75837d53a0ace9a4" providerId="LiveId" clId="{80C36D3F-3510-4E1F-BE18-58EF142008A6}" dt="2026-04-21T09:14:57.666" v="538" actId="207"/>
        <pc:sldMkLst>
          <pc:docMk/>
          <pc:sldMk cId="0" sldId="258"/>
        </pc:sldMkLst>
        <pc:spChg chg="mod">
          <ac:chgData name="Naman Saboo" userId="75837d53a0ace9a4" providerId="LiveId" clId="{80C36D3F-3510-4E1F-BE18-58EF142008A6}" dt="2026-04-21T07:17:50.421" v="198" actId="26606"/>
          <ac:spMkLst>
            <pc:docMk/>
            <pc:sldMk cId="0" sldId="258"/>
            <ac:spMk id="2" creationId="{00000000-0000-0000-0000-000000000000}"/>
          </ac:spMkLst>
        </pc:spChg>
        <pc:spChg chg="mod">
          <ac:chgData name="Naman Saboo" userId="75837d53a0ace9a4" providerId="LiveId" clId="{80C36D3F-3510-4E1F-BE18-58EF142008A6}" dt="2026-04-21T05:14:16.055" v="23" actId="26606"/>
          <ac:spMkLst>
            <pc:docMk/>
            <pc:sldMk cId="0" sldId="258"/>
            <ac:spMk id="3" creationId="{00000000-0000-0000-0000-000000000000}"/>
          </ac:spMkLst>
        </pc:spChg>
        <pc:spChg chg="del mod">
          <ac:chgData name="Naman Saboo" userId="75837d53a0ace9a4" providerId="LiveId" clId="{80C36D3F-3510-4E1F-BE18-58EF142008A6}" dt="2026-04-21T07:50:42.819" v="205" actId="478"/>
          <ac:spMkLst>
            <pc:docMk/>
            <pc:sldMk cId="0" sldId="258"/>
            <ac:spMk id="4" creationId="{00000000-0000-0000-0000-000000000000}"/>
          </ac:spMkLst>
        </pc:spChg>
        <pc:spChg chg="mod">
          <ac:chgData name="Naman Saboo" userId="75837d53a0ace9a4" providerId="LiveId" clId="{80C36D3F-3510-4E1F-BE18-58EF142008A6}" dt="2026-04-21T09:11:31.237" v="519" actId="26606"/>
          <ac:spMkLst>
            <pc:docMk/>
            <pc:sldMk cId="0" sldId="258"/>
            <ac:spMk id="5" creationId="{00000000-0000-0000-0000-000000000000}"/>
          </ac:spMkLst>
        </pc:spChg>
        <pc:spChg chg="mod">
          <ac:chgData name="Naman Saboo" userId="75837d53a0ace9a4" providerId="LiveId" clId="{80C36D3F-3510-4E1F-BE18-58EF142008A6}" dt="2026-04-21T09:14:57.666" v="538" actId="207"/>
          <ac:spMkLst>
            <pc:docMk/>
            <pc:sldMk cId="0" sldId="258"/>
            <ac:spMk id="6" creationId="{00000000-0000-0000-0000-000000000000}"/>
          </ac:spMkLst>
        </pc:spChg>
        <pc:spChg chg="mod">
          <ac:chgData name="Naman Saboo" userId="75837d53a0ace9a4" providerId="LiveId" clId="{80C36D3F-3510-4E1F-BE18-58EF142008A6}" dt="2026-04-21T09:11:31.237" v="519" actId="26606"/>
          <ac:spMkLst>
            <pc:docMk/>
            <pc:sldMk cId="0" sldId="258"/>
            <ac:spMk id="7" creationId="{00000000-0000-0000-0000-000000000000}"/>
          </ac:spMkLst>
        </pc:spChg>
        <pc:spChg chg="mod">
          <ac:chgData name="Naman Saboo" userId="75837d53a0ace9a4" providerId="LiveId" clId="{80C36D3F-3510-4E1F-BE18-58EF142008A6}" dt="2026-04-21T09:11:31.237" v="519" actId="26606"/>
          <ac:spMkLst>
            <pc:docMk/>
            <pc:sldMk cId="0" sldId="258"/>
            <ac:spMk id="8" creationId="{00000000-0000-0000-0000-000000000000}"/>
          </ac:spMkLst>
        </pc:spChg>
        <pc:spChg chg="mod">
          <ac:chgData name="Naman Saboo" userId="75837d53a0ace9a4" providerId="LiveId" clId="{80C36D3F-3510-4E1F-BE18-58EF142008A6}" dt="2026-04-21T09:11:31.237" v="519" actId="26606"/>
          <ac:spMkLst>
            <pc:docMk/>
            <pc:sldMk cId="0" sldId="258"/>
            <ac:spMk id="9" creationId="{00000000-0000-0000-0000-000000000000}"/>
          </ac:spMkLst>
        </pc:spChg>
        <pc:spChg chg="mod">
          <ac:chgData name="Naman Saboo" userId="75837d53a0ace9a4" providerId="LiveId" clId="{80C36D3F-3510-4E1F-BE18-58EF142008A6}" dt="2026-04-21T09:12:50.954" v="526" actId="14100"/>
          <ac:spMkLst>
            <pc:docMk/>
            <pc:sldMk cId="0" sldId="258"/>
            <ac:spMk id="10" creationId="{00000000-0000-0000-0000-000000000000}"/>
          </ac:spMkLst>
        </pc:spChg>
        <pc:spChg chg="mod">
          <ac:chgData name="Naman Saboo" userId="75837d53a0ace9a4" providerId="LiveId" clId="{80C36D3F-3510-4E1F-BE18-58EF142008A6}" dt="2026-04-21T09:11:31.237" v="519" actId="26606"/>
          <ac:spMkLst>
            <pc:docMk/>
            <pc:sldMk cId="0" sldId="258"/>
            <ac:spMk id="11" creationId="{00000000-0000-0000-0000-000000000000}"/>
          </ac:spMkLst>
        </pc:spChg>
        <pc:spChg chg="del">
          <ac:chgData name="Naman Saboo" userId="75837d53a0ace9a4" providerId="LiveId" clId="{80C36D3F-3510-4E1F-BE18-58EF142008A6}" dt="2026-04-21T05:14:16.055" v="23" actId="26606"/>
          <ac:spMkLst>
            <pc:docMk/>
            <pc:sldMk cId="0" sldId="258"/>
            <ac:spMk id="12" creationId="{00000000-0000-0000-0000-000000000000}"/>
          </ac:spMkLst>
        </pc:spChg>
        <pc:spChg chg="add">
          <ac:chgData name="Naman Saboo" userId="75837d53a0ace9a4" providerId="LiveId" clId="{80C36D3F-3510-4E1F-BE18-58EF142008A6}" dt="2026-04-21T09:11:31.237" v="519" actId="26606"/>
          <ac:spMkLst>
            <pc:docMk/>
            <pc:sldMk cId="0" sldId="258"/>
            <ac:spMk id="20" creationId="{00000000-0000-0000-0000-000000000000}"/>
          </ac:spMkLst>
        </pc:spChg>
        <pc:spChg chg="add">
          <ac:chgData name="Naman Saboo" userId="75837d53a0ace9a4" providerId="LiveId" clId="{80C36D3F-3510-4E1F-BE18-58EF142008A6}" dt="2026-04-21T09:11:31.237" v="519" actId="26606"/>
          <ac:spMkLst>
            <pc:docMk/>
            <pc:sldMk cId="0" sldId="258"/>
            <ac:spMk id="21" creationId="{00000000-0000-0000-0000-000000000000}"/>
          </ac:spMkLst>
        </pc:spChg>
        <pc:spChg chg="add">
          <ac:chgData name="Naman Saboo" userId="75837d53a0ace9a4" providerId="LiveId" clId="{80C36D3F-3510-4E1F-BE18-58EF142008A6}" dt="2026-04-21T09:11:31.237" v="519" actId="26606"/>
          <ac:spMkLst>
            <pc:docMk/>
            <pc:sldMk cId="0" sldId="258"/>
            <ac:spMk id="22" creationId="{00000000-0000-0000-0000-000000000000}"/>
          </ac:spMkLst>
        </pc:spChg>
      </pc:sldChg>
      <pc:sldChg chg="addSp modSp mod setBg modNotes">
        <pc:chgData name="Naman Saboo" userId="75837d53a0ace9a4" providerId="LiveId" clId="{80C36D3F-3510-4E1F-BE18-58EF142008A6}" dt="2026-04-21T09:03:03.945" v="444" actId="14100"/>
        <pc:sldMkLst>
          <pc:docMk/>
          <pc:sldMk cId="0" sldId="259"/>
        </pc:sldMkLst>
        <pc:spChg chg="mod">
          <ac:chgData name="Naman Saboo" userId="75837d53a0ace9a4" providerId="LiveId" clId="{80C36D3F-3510-4E1F-BE18-58EF142008A6}" dt="2026-04-21T07:17:50.421" v="198" actId="26606"/>
          <ac:spMkLst>
            <pc:docMk/>
            <pc:sldMk cId="0" sldId="259"/>
            <ac:spMk id="2" creationId="{00000000-0000-0000-0000-000000000000}"/>
          </ac:spMkLst>
        </pc:spChg>
        <pc:spChg chg="mod">
          <ac:chgData name="Naman Saboo" userId="75837d53a0ace9a4" providerId="LiveId" clId="{80C36D3F-3510-4E1F-BE18-58EF142008A6}" dt="2026-04-21T06:09:12.214" v="70" actId="26606"/>
          <ac:spMkLst>
            <pc:docMk/>
            <pc:sldMk cId="0" sldId="259"/>
            <ac:spMk id="3" creationId="{00000000-0000-0000-0000-000000000000}"/>
          </ac:spMkLst>
        </pc:spChg>
        <pc:spChg chg="mod">
          <ac:chgData name="Naman Saboo" userId="75837d53a0ace9a4" providerId="LiveId" clId="{80C36D3F-3510-4E1F-BE18-58EF142008A6}" dt="2026-04-21T05:14:16.055" v="23" actId="26606"/>
          <ac:spMkLst>
            <pc:docMk/>
            <pc:sldMk cId="0" sldId="259"/>
            <ac:spMk id="4" creationId="{00000000-0000-0000-0000-000000000000}"/>
          </ac:spMkLst>
        </pc:spChg>
        <pc:spChg chg="mod">
          <ac:chgData name="Naman Saboo" userId="75837d53a0ace9a4" providerId="LiveId" clId="{80C36D3F-3510-4E1F-BE18-58EF142008A6}" dt="2026-04-21T07:17:50.421" v="198" actId="26606"/>
          <ac:spMkLst>
            <pc:docMk/>
            <pc:sldMk cId="0" sldId="259"/>
            <ac:spMk id="6" creationId="{00000000-0000-0000-0000-000000000000}"/>
          </ac:spMkLst>
        </pc:spChg>
        <pc:spChg chg="mod">
          <ac:chgData name="Naman Saboo" userId="75837d53a0ace9a4" providerId="LiveId" clId="{80C36D3F-3510-4E1F-BE18-58EF142008A6}" dt="2026-04-21T07:17:50.421" v="198" actId="26606"/>
          <ac:spMkLst>
            <pc:docMk/>
            <pc:sldMk cId="0" sldId="259"/>
            <ac:spMk id="7" creationId="{00000000-0000-0000-0000-000000000000}"/>
          </ac:spMkLst>
        </pc:spChg>
        <pc:spChg chg="mod">
          <ac:chgData name="Naman Saboo" userId="75837d53a0ace9a4" providerId="LiveId" clId="{80C36D3F-3510-4E1F-BE18-58EF142008A6}" dt="2026-04-21T07:17:50.421" v="198" actId="26606"/>
          <ac:spMkLst>
            <pc:docMk/>
            <pc:sldMk cId="0" sldId="259"/>
            <ac:spMk id="8" creationId="{00000000-0000-0000-0000-000000000000}"/>
          </ac:spMkLst>
        </pc:spChg>
        <pc:spChg chg="mod">
          <ac:chgData name="Naman Saboo" userId="75837d53a0ace9a4" providerId="LiveId" clId="{80C36D3F-3510-4E1F-BE18-58EF142008A6}" dt="2026-04-21T07:17:50.421" v="198" actId="26606"/>
          <ac:spMkLst>
            <pc:docMk/>
            <pc:sldMk cId="0" sldId="259"/>
            <ac:spMk id="11" creationId="{00000000-0000-0000-0000-000000000000}"/>
          </ac:spMkLst>
        </pc:spChg>
        <pc:spChg chg="mod">
          <ac:chgData name="Naman Saboo" userId="75837d53a0ace9a4" providerId="LiveId" clId="{80C36D3F-3510-4E1F-BE18-58EF142008A6}" dt="2026-04-21T07:17:50.421" v="198" actId="26606"/>
          <ac:spMkLst>
            <pc:docMk/>
            <pc:sldMk cId="0" sldId="259"/>
            <ac:spMk id="12" creationId="{00000000-0000-0000-0000-000000000000}"/>
          </ac:spMkLst>
        </pc:spChg>
        <pc:spChg chg="mod">
          <ac:chgData name="Naman Saboo" userId="75837d53a0ace9a4" providerId="LiveId" clId="{80C36D3F-3510-4E1F-BE18-58EF142008A6}" dt="2026-04-21T09:02:54.270" v="443" actId="20577"/>
          <ac:spMkLst>
            <pc:docMk/>
            <pc:sldMk cId="0" sldId="259"/>
            <ac:spMk id="13" creationId="{00000000-0000-0000-0000-000000000000}"/>
          </ac:spMkLst>
        </pc:spChg>
        <pc:spChg chg="mod">
          <ac:chgData name="Naman Saboo" userId="75837d53a0ace9a4" providerId="LiveId" clId="{80C36D3F-3510-4E1F-BE18-58EF142008A6}" dt="2026-04-21T05:14:16.055" v="23" actId="26606"/>
          <ac:spMkLst>
            <pc:docMk/>
            <pc:sldMk cId="0" sldId="259"/>
            <ac:spMk id="15" creationId="{00000000-0000-0000-0000-000000000000}"/>
          </ac:spMkLst>
        </pc:spChg>
        <pc:spChg chg="mod">
          <ac:chgData name="Naman Saboo" userId="75837d53a0ace9a4" providerId="LiveId" clId="{80C36D3F-3510-4E1F-BE18-58EF142008A6}" dt="2026-04-21T07:17:50.421" v="198" actId="26606"/>
          <ac:spMkLst>
            <pc:docMk/>
            <pc:sldMk cId="0" sldId="259"/>
            <ac:spMk id="17" creationId="{00000000-0000-0000-0000-000000000000}"/>
          </ac:spMkLst>
        </pc:spChg>
        <pc:spChg chg="add mod">
          <ac:chgData name="Naman Saboo" userId="75837d53a0ace9a4" providerId="LiveId" clId="{80C36D3F-3510-4E1F-BE18-58EF142008A6}" dt="2026-04-21T09:03:03.945" v="444" actId="14100"/>
          <ac:spMkLst>
            <pc:docMk/>
            <pc:sldMk cId="0" sldId="259"/>
            <ac:spMk id="18" creationId="{00000000-0000-0000-0000-000000000000}"/>
          </ac:spMkLst>
        </pc:spChg>
        <pc:spChg chg="add">
          <ac:chgData name="Naman Saboo" userId="75837d53a0ace9a4" providerId="LiveId" clId="{80C36D3F-3510-4E1F-BE18-58EF142008A6}" dt="2026-04-21T05:14:16.055" v="23" actId="26606"/>
          <ac:spMkLst>
            <pc:docMk/>
            <pc:sldMk cId="0" sldId="259"/>
            <ac:spMk id="19" creationId="{00000000-0000-0000-0000-000000000000}"/>
          </ac:spMkLst>
        </pc:spChg>
        <pc:spChg chg="mod">
          <ac:chgData name="Naman Saboo" userId="75837d53a0ace9a4" providerId="LiveId" clId="{80C36D3F-3510-4E1F-BE18-58EF142008A6}" dt="2026-04-21T07:17:50.421" v="198" actId="26606"/>
          <ac:spMkLst>
            <pc:docMk/>
            <pc:sldMk cId="0" sldId="259"/>
            <ac:spMk id="20" creationId="{00000000-0000-0000-0000-000000000000}"/>
          </ac:spMkLst>
        </pc:spChg>
      </pc:sldChg>
      <pc:sldChg chg="addSp delSp modSp mod setBg modNotes modNotesTx">
        <pc:chgData name="Naman Saboo" userId="75837d53a0ace9a4" providerId="LiveId" clId="{80C36D3F-3510-4E1F-BE18-58EF142008A6}" dt="2026-04-21T09:15:26.452" v="539" actId="1076"/>
        <pc:sldMkLst>
          <pc:docMk/>
          <pc:sldMk cId="0" sldId="260"/>
        </pc:sldMkLst>
        <pc:spChg chg="mod">
          <ac:chgData name="Naman Saboo" userId="75837d53a0ace9a4" providerId="LiveId" clId="{80C36D3F-3510-4E1F-BE18-58EF142008A6}" dt="2026-04-21T07:17:50.421" v="198" actId="26606"/>
          <ac:spMkLst>
            <pc:docMk/>
            <pc:sldMk cId="0" sldId="260"/>
            <ac:spMk id="2" creationId="{00000000-0000-0000-0000-000000000000}"/>
          </ac:spMkLst>
        </pc:spChg>
        <pc:spChg chg="mod">
          <ac:chgData name="Naman Saboo" userId="75837d53a0ace9a4" providerId="LiveId" clId="{80C36D3F-3510-4E1F-BE18-58EF142008A6}" dt="2026-04-21T06:09:12.214" v="70" actId="26606"/>
          <ac:spMkLst>
            <pc:docMk/>
            <pc:sldMk cId="0" sldId="260"/>
            <ac:spMk id="3" creationId="{00000000-0000-0000-0000-000000000000}"/>
          </ac:spMkLst>
        </pc:spChg>
        <pc:spChg chg="mod">
          <ac:chgData name="Naman Saboo" userId="75837d53a0ace9a4" providerId="LiveId" clId="{80C36D3F-3510-4E1F-BE18-58EF142008A6}" dt="2026-04-21T09:14:02.588" v="535" actId="1076"/>
          <ac:spMkLst>
            <pc:docMk/>
            <pc:sldMk cId="0" sldId="260"/>
            <ac:spMk id="4" creationId="{00000000-0000-0000-0000-000000000000}"/>
          </ac:spMkLst>
        </pc:spChg>
        <pc:spChg chg="mod">
          <ac:chgData name="Naman Saboo" userId="75837d53a0ace9a4" providerId="LiveId" clId="{80C36D3F-3510-4E1F-BE18-58EF142008A6}" dt="2026-04-21T09:11:31.237" v="519" actId="26606"/>
          <ac:spMkLst>
            <pc:docMk/>
            <pc:sldMk cId="0" sldId="260"/>
            <ac:spMk id="5" creationId="{00000000-0000-0000-0000-000000000000}"/>
          </ac:spMkLst>
        </pc:spChg>
        <pc:spChg chg="mod">
          <ac:chgData name="Naman Saboo" userId="75837d53a0ace9a4" providerId="LiveId" clId="{80C36D3F-3510-4E1F-BE18-58EF142008A6}" dt="2026-04-21T09:14:16.630" v="537" actId="1076"/>
          <ac:spMkLst>
            <pc:docMk/>
            <pc:sldMk cId="0" sldId="260"/>
            <ac:spMk id="6" creationId="{00000000-0000-0000-0000-000000000000}"/>
          </ac:spMkLst>
        </pc:spChg>
        <pc:spChg chg="mod">
          <ac:chgData name="Naman Saboo" userId="75837d53a0ace9a4" providerId="LiveId" clId="{80C36D3F-3510-4E1F-BE18-58EF142008A6}" dt="2026-04-21T09:13:48.399" v="533" actId="1076"/>
          <ac:spMkLst>
            <pc:docMk/>
            <pc:sldMk cId="0" sldId="260"/>
            <ac:spMk id="7" creationId="{00000000-0000-0000-0000-000000000000}"/>
          </ac:spMkLst>
        </pc:spChg>
        <pc:spChg chg="mod">
          <ac:chgData name="Naman Saboo" userId="75837d53a0ace9a4" providerId="LiveId" clId="{80C36D3F-3510-4E1F-BE18-58EF142008A6}" dt="2026-04-21T09:11:31.237" v="519" actId="26606"/>
          <ac:spMkLst>
            <pc:docMk/>
            <pc:sldMk cId="0" sldId="260"/>
            <ac:spMk id="8" creationId="{00000000-0000-0000-0000-000000000000}"/>
          </ac:spMkLst>
        </pc:spChg>
        <pc:spChg chg="mod">
          <ac:chgData name="Naman Saboo" userId="75837d53a0ace9a4" providerId="LiveId" clId="{80C36D3F-3510-4E1F-BE18-58EF142008A6}" dt="2026-04-21T09:11:31.237" v="519" actId="26606"/>
          <ac:spMkLst>
            <pc:docMk/>
            <pc:sldMk cId="0" sldId="260"/>
            <ac:spMk id="9" creationId="{00000000-0000-0000-0000-000000000000}"/>
          </ac:spMkLst>
        </pc:spChg>
        <pc:spChg chg="mod">
          <ac:chgData name="Naman Saboo" userId="75837d53a0ace9a4" providerId="LiveId" clId="{80C36D3F-3510-4E1F-BE18-58EF142008A6}" dt="2026-04-21T09:11:31.237" v="519" actId="26606"/>
          <ac:spMkLst>
            <pc:docMk/>
            <pc:sldMk cId="0" sldId="260"/>
            <ac:spMk id="10" creationId="{00000000-0000-0000-0000-000000000000}"/>
          </ac:spMkLst>
        </pc:spChg>
        <pc:spChg chg="mod">
          <ac:chgData name="Naman Saboo" userId="75837d53a0ace9a4" providerId="LiveId" clId="{80C36D3F-3510-4E1F-BE18-58EF142008A6}" dt="2026-04-21T09:11:31.237" v="519" actId="26606"/>
          <ac:spMkLst>
            <pc:docMk/>
            <pc:sldMk cId="0" sldId="260"/>
            <ac:spMk id="11" creationId="{00000000-0000-0000-0000-000000000000}"/>
          </ac:spMkLst>
        </pc:spChg>
        <pc:spChg chg="mod">
          <ac:chgData name="Naman Saboo" userId="75837d53a0ace9a4" providerId="LiveId" clId="{80C36D3F-3510-4E1F-BE18-58EF142008A6}" dt="2026-04-21T09:15:26.452" v="539" actId="1076"/>
          <ac:spMkLst>
            <pc:docMk/>
            <pc:sldMk cId="0" sldId="260"/>
            <ac:spMk id="12" creationId="{00000000-0000-0000-0000-000000000000}"/>
          </ac:spMkLst>
        </pc:spChg>
        <pc:spChg chg="mod">
          <ac:chgData name="Naman Saboo" userId="75837d53a0ace9a4" providerId="LiveId" clId="{80C36D3F-3510-4E1F-BE18-58EF142008A6}" dt="2026-04-21T05:14:16.055" v="23" actId="26606"/>
          <ac:spMkLst>
            <pc:docMk/>
            <pc:sldMk cId="0" sldId="260"/>
            <ac:spMk id="13" creationId="{00000000-0000-0000-0000-000000000000}"/>
          </ac:spMkLst>
        </pc:spChg>
        <pc:spChg chg="del mod">
          <ac:chgData name="Naman Saboo" userId="75837d53a0ace9a4" providerId="LiveId" clId="{80C36D3F-3510-4E1F-BE18-58EF142008A6}" dt="2026-04-21T06:21:00.206" v="73" actId="26606"/>
          <ac:spMkLst>
            <pc:docMk/>
            <pc:sldMk cId="0" sldId="260"/>
            <ac:spMk id="14" creationId="{00000000-0000-0000-0000-000000000000}"/>
          </ac:spMkLst>
        </pc:spChg>
        <pc:spChg chg="del mod">
          <ac:chgData name="Naman Saboo" userId="75837d53a0ace9a4" providerId="LiveId" clId="{80C36D3F-3510-4E1F-BE18-58EF142008A6}" dt="2026-04-21T06:21:00.206" v="73" actId="26606"/>
          <ac:spMkLst>
            <pc:docMk/>
            <pc:sldMk cId="0" sldId="260"/>
            <ac:spMk id="15" creationId="{00000000-0000-0000-0000-000000000000}"/>
          </ac:spMkLst>
        </pc:spChg>
        <pc:spChg chg="del">
          <ac:chgData name="Naman Saboo" userId="75837d53a0ace9a4" providerId="LiveId" clId="{80C36D3F-3510-4E1F-BE18-58EF142008A6}" dt="2026-04-21T06:21:00.206" v="73" actId="26606"/>
          <ac:spMkLst>
            <pc:docMk/>
            <pc:sldMk cId="0" sldId="260"/>
            <ac:spMk id="18" creationId="{00000000-0000-0000-0000-000000000000}"/>
          </ac:spMkLst>
        </pc:spChg>
        <pc:spChg chg="del">
          <ac:chgData name="Naman Saboo" userId="75837d53a0ace9a4" providerId="LiveId" clId="{80C36D3F-3510-4E1F-BE18-58EF142008A6}" dt="2026-04-21T06:21:00.206" v="73" actId="26606"/>
          <ac:spMkLst>
            <pc:docMk/>
            <pc:sldMk cId="0" sldId="260"/>
            <ac:spMk id="20" creationId="{00000000-0000-0000-0000-000000000000}"/>
          </ac:spMkLst>
        </pc:spChg>
        <pc:spChg chg="del mod">
          <ac:chgData name="Naman Saboo" userId="75837d53a0ace9a4" providerId="LiveId" clId="{80C36D3F-3510-4E1F-BE18-58EF142008A6}" dt="2026-04-21T06:21:00.206" v="73" actId="26606"/>
          <ac:spMkLst>
            <pc:docMk/>
            <pc:sldMk cId="0" sldId="260"/>
            <ac:spMk id="21" creationId="{00000000-0000-0000-0000-000000000000}"/>
          </ac:spMkLst>
        </pc:spChg>
        <pc:spChg chg="del">
          <ac:chgData name="Naman Saboo" userId="75837d53a0ace9a4" providerId="LiveId" clId="{80C36D3F-3510-4E1F-BE18-58EF142008A6}" dt="2026-04-21T06:21:00.206" v="73" actId="26606"/>
          <ac:spMkLst>
            <pc:docMk/>
            <pc:sldMk cId="0" sldId="260"/>
            <ac:spMk id="22" creationId="{00000000-0000-0000-0000-000000000000}"/>
          </ac:spMkLst>
        </pc:spChg>
        <pc:spChg chg="del">
          <ac:chgData name="Naman Saboo" userId="75837d53a0ace9a4" providerId="LiveId" clId="{80C36D3F-3510-4E1F-BE18-58EF142008A6}" dt="2026-04-21T06:21:00.206" v="73" actId="26606"/>
          <ac:spMkLst>
            <pc:docMk/>
            <pc:sldMk cId="0" sldId="260"/>
            <ac:spMk id="23" creationId="{00000000-0000-0000-0000-000000000000}"/>
          </ac:spMkLst>
        </pc:spChg>
        <pc:spChg chg="mod">
          <ac:chgData name="Naman Saboo" userId="75837d53a0ace9a4" providerId="LiveId" clId="{80C36D3F-3510-4E1F-BE18-58EF142008A6}" dt="2026-04-21T05:14:16.055" v="23" actId="26606"/>
          <ac:spMkLst>
            <pc:docMk/>
            <pc:sldMk cId="0" sldId="260"/>
            <ac:spMk id="24" creationId="{00000000-0000-0000-0000-000000000000}"/>
          </ac:spMkLst>
        </pc:spChg>
        <pc:spChg chg="add mod">
          <ac:chgData name="Naman Saboo" userId="75837d53a0ace9a4" providerId="LiveId" clId="{80C36D3F-3510-4E1F-BE18-58EF142008A6}" dt="2026-04-21T09:13:12.003" v="527" actId="1076"/>
          <ac:spMkLst>
            <pc:docMk/>
            <pc:sldMk cId="0" sldId="260"/>
            <ac:spMk id="30" creationId="{00000000-0000-0000-0000-000000000000}"/>
          </ac:spMkLst>
        </pc:spChg>
      </pc:sldChg>
      <pc:sldChg chg="addSp delSp modSp mod setBg modNotes modNotesTx">
        <pc:chgData name="Naman Saboo" userId="75837d53a0ace9a4" providerId="LiveId" clId="{80C36D3F-3510-4E1F-BE18-58EF142008A6}" dt="2026-04-21T08:56:29.924" v="429" actId="1076"/>
        <pc:sldMkLst>
          <pc:docMk/>
          <pc:sldMk cId="0" sldId="261"/>
        </pc:sldMkLst>
        <pc:spChg chg="mod">
          <ac:chgData name="Naman Saboo" userId="75837d53a0ace9a4" providerId="LiveId" clId="{80C36D3F-3510-4E1F-BE18-58EF142008A6}" dt="2026-04-21T07:17:50.421" v="198" actId="26606"/>
          <ac:spMkLst>
            <pc:docMk/>
            <pc:sldMk cId="0" sldId="261"/>
            <ac:spMk id="2" creationId="{00000000-0000-0000-0000-000000000000}"/>
          </ac:spMkLst>
        </pc:spChg>
        <pc:spChg chg="mod">
          <ac:chgData name="Naman Saboo" userId="75837d53a0ace9a4" providerId="LiveId" clId="{80C36D3F-3510-4E1F-BE18-58EF142008A6}" dt="2026-04-21T06:09:12.214" v="70" actId="26606"/>
          <ac:spMkLst>
            <pc:docMk/>
            <pc:sldMk cId="0" sldId="261"/>
            <ac:spMk id="3" creationId="{00000000-0000-0000-0000-000000000000}"/>
          </ac:spMkLst>
        </pc:spChg>
        <pc:spChg chg="del mod">
          <ac:chgData name="Naman Saboo" userId="75837d53a0ace9a4" providerId="LiveId" clId="{80C36D3F-3510-4E1F-BE18-58EF142008A6}" dt="2026-04-21T05:18:16.497" v="29" actId="478"/>
          <ac:spMkLst>
            <pc:docMk/>
            <pc:sldMk cId="0" sldId="261"/>
            <ac:spMk id="4" creationId="{00000000-0000-0000-0000-000000000000}"/>
          </ac:spMkLst>
        </pc:spChg>
        <pc:spChg chg="add del">
          <ac:chgData name="Naman Saboo" userId="75837d53a0ace9a4" providerId="LiveId" clId="{80C36D3F-3510-4E1F-BE18-58EF142008A6}" dt="2026-04-21T05:32:06.250" v="69" actId="26606"/>
          <ac:spMkLst>
            <pc:docMk/>
            <pc:sldMk cId="0" sldId="261"/>
            <ac:spMk id="5" creationId="{00000000-0000-0000-0000-000000000000}"/>
          </ac:spMkLst>
        </pc:spChg>
        <pc:spChg chg="del mod">
          <ac:chgData name="Naman Saboo" userId="75837d53a0ace9a4" providerId="LiveId" clId="{80C36D3F-3510-4E1F-BE18-58EF142008A6}" dt="2026-04-21T08:55:23.359" v="420" actId="26606"/>
          <ac:spMkLst>
            <pc:docMk/>
            <pc:sldMk cId="0" sldId="261"/>
            <ac:spMk id="6" creationId="{00000000-0000-0000-0000-000000000000}"/>
          </ac:spMkLst>
        </pc:spChg>
        <pc:spChg chg="del mod">
          <ac:chgData name="Naman Saboo" userId="75837d53a0ace9a4" providerId="LiveId" clId="{80C36D3F-3510-4E1F-BE18-58EF142008A6}" dt="2026-04-21T08:55:23.359" v="420" actId="26606"/>
          <ac:spMkLst>
            <pc:docMk/>
            <pc:sldMk cId="0" sldId="261"/>
            <ac:spMk id="8" creationId="{00000000-0000-0000-0000-000000000000}"/>
          </ac:spMkLst>
        </pc:spChg>
        <pc:spChg chg="del mod">
          <ac:chgData name="Naman Saboo" userId="75837d53a0ace9a4" providerId="LiveId" clId="{80C36D3F-3510-4E1F-BE18-58EF142008A6}" dt="2026-04-21T05:14:16.055" v="23" actId="26606"/>
          <ac:spMkLst>
            <pc:docMk/>
            <pc:sldMk cId="0" sldId="261"/>
            <ac:spMk id="9" creationId="{00000000-0000-0000-0000-000000000000}"/>
          </ac:spMkLst>
        </pc:spChg>
        <pc:spChg chg="add">
          <ac:chgData name="Naman Saboo" userId="75837d53a0ace9a4" providerId="LiveId" clId="{80C36D3F-3510-4E1F-BE18-58EF142008A6}" dt="2026-04-21T05:14:16.055" v="23" actId="26606"/>
          <ac:spMkLst>
            <pc:docMk/>
            <pc:sldMk cId="0" sldId="261"/>
            <ac:spMk id="10" creationId="{00000000-0000-0000-0000-000000000000}"/>
          </ac:spMkLst>
        </pc:spChg>
        <pc:spChg chg="add mod">
          <ac:chgData name="Naman Saboo" userId="75837d53a0ace9a4" providerId="LiveId" clId="{80C36D3F-3510-4E1F-BE18-58EF142008A6}" dt="2026-04-21T07:17:50.421" v="198" actId="26606"/>
          <ac:spMkLst>
            <pc:docMk/>
            <pc:sldMk cId="0" sldId="261"/>
            <ac:spMk id="11" creationId="{00000000-0000-0000-0000-000000000000}"/>
          </ac:spMkLst>
        </pc:spChg>
        <pc:graphicFrameChg chg="del mod modGraphic">
          <ac:chgData name="Naman Saboo" userId="75837d53a0ace9a4" providerId="LiveId" clId="{80C36D3F-3510-4E1F-BE18-58EF142008A6}" dt="2026-04-21T08:55:23.359" v="420" actId="26606"/>
          <ac:graphicFrameMkLst>
            <pc:docMk/>
            <pc:sldMk cId="0" sldId="261"/>
            <ac:graphicFrameMk id="7" creationId="{00000000-0000-0000-0000-000000000000}"/>
          </ac:graphicFrameMkLst>
        </pc:graphicFrameChg>
        <pc:graphicFrameChg chg="del mod modGraphic">
          <ac:chgData name="Naman Saboo" userId="75837d53a0ace9a4" providerId="LiveId" clId="{80C36D3F-3510-4E1F-BE18-58EF142008A6}" dt="2026-04-21T08:55:23.359" v="420" actId="26606"/>
          <ac:graphicFrameMkLst>
            <pc:docMk/>
            <pc:sldMk cId="0" sldId="261"/>
            <ac:graphicFrameMk id="13" creationId="{00000000-0000-0000-0000-000000000000}"/>
          </ac:graphicFrameMkLst>
        </pc:graphicFrameChg>
        <pc:graphicFrameChg chg="add mod modGraphic">
          <ac:chgData name="Naman Saboo" userId="75837d53a0ace9a4" providerId="LiveId" clId="{80C36D3F-3510-4E1F-BE18-58EF142008A6}" dt="2026-04-21T08:56:29.924" v="429" actId="1076"/>
          <ac:graphicFrameMkLst>
            <pc:docMk/>
            <pc:sldMk cId="0" sldId="261"/>
            <ac:graphicFrameMk id="20" creationId="{00000000-0000-0000-0000-000000000000}"/>
          </ac:graphicFrameMkLst>
        </pc:graphicFrameChg>
        <pc:picChg chg="add del mod">
          <ac:chgData name="Naman Saboo" userId="75837d53a0ace9a4" providerId="LiveId" clId="{80C36D3F-3510-4E1F-BE18-58EF142008A6}" dt="2026-04-21T08:44:55.790" v="402" actId="21"/>
          <ac:picMkLst>
            <pc:docMk/>
            <pc:sldMk cId="0" sldId="261"/>
            <ac:picMk id="14" creationId="{C4B38B91-582E-EADE-410F-3ED48C7EE9CF}"/>
          </ac:picMkLst>
        </pc:picChg>
        <pc:picChg chg="add del mod">
          <ac:chgData name="Naman Saboo" userId="75837d53a0ace9a4" providerId="LiveId" clId="{80C36D3F-3510-4E1F-BE18-58EF142008A6}" dt="2026-04-21T05:14:16.055" v="23" actId="26606"/>
          <ac:picMkLst>
            <pc:docMk/>
            <pc:sldMk cId="0" sldId="261"/>
            <ac:picMk id="31" creationId="{29748E37-5BF8-9E9D-AA46-75CEE133C3A9}"/>
          </ac:picMkLst>
        </pc:picChg>
      </pc:sldChg>
      <pc:sldChg chg="addSp delSp modSp mod setBg modNotes">
        <pc:chgData name="Naman Saboo" userId="75837d53a0ace9a4" providerId="LiveId" clId="{80C36D3F-3510-4E1F-BE18-58EF142008A6}" dt="2026-04-21T09:00:37.550" v="430" actId="1076"/>
        <pc:sldMkLst>
          <pc:docMk/>
          <pc:sldMk cId="0" sldId="262"/>
        </pc:sldMkLst>
        <pc:spChg chg="mod">
          <ac:chgData name="Naman Saboo" userId="75837d53a0ace9a4" providerId="LiveId" clId="{80C36D3F-3510-4E1F-BE18-58EF142008A6}" dt="2026-04-21T07:17:50.421" v="198" actId="26606"/>
          <ac:spMkLst>
            <pc:docMk/>
            <pc:sldMk cId="0" sldId="262"/>
            <ac:spMk id="2" creationId="{00000000-0000-0000-0000-000000000000}"/>
          </ac:spMkLst>
        </pc:spChg>
        <pc:spChg chg="mod">
          <ac:chgData name="Naman Saboo" userId="75837d53a0ace9a4" providerId="LiveId" clId="{80C36D3F-3510-4E1F-BE18-58EF142008A6}" dt="2026-04-21T06:09:12.214" v="70" actId="26606"/>
          <ac:spMkLst>
            <pc:docMk/>
            <pc:sldMk cId="0" sldId="262"/>
            <ac:spMk id="3" creationId="{00000000-0000-0000-0000-000000000000}"/>
          </ac:spMkLst>
        </pc:spChg>
        <pc:spChg chg="mod">
          <ac:chgData name="Naman Saboo" userId="75837d53a0ace9a4" providerId="LiveId" clId="{80C36D3F-3510-4E1F-BE18-58EF142008A6}" dt="2026-04-21T05:14:16.055" v="23" actId="26606"/>
          <ac:spMkLst>
            <pc:docMk/>
            <pc:sldMk cId="0" sldId="262"/>
            <ac:spMk id="4" creationId="{00000000-0000-0000-0000-000000000000}"/>
          </ac:spMkLst>
        </pc:spChg>
        <pc:spChg chg="mod">
          <ac:chgData name="Naman Saboo" userId="75837d53a0ace9a4" providerId="LiveId" clId="{80C36D3F-3510-4E1F-BE18-58EF142008A6}" dt="2026-04-21T08:33:38.337" v="388" actId="255"/>
          <ac:spMkLst>
            <pc:docMk/>
            <pc:sldMk cId="0" sldId="262"/>
            <ac:spMk id="5" creationId="{00000000-0000-0000-0000-000000000000}"/>
          </ac:spMkLst>
        </pc:spChg>
        <pc:spChg chg="del mod">
          <ac:chgData name="Naman Saboo" userId="75837d53a0ace9a4" providerId="LiveId" clId="{80C36D3F-3510-4E1F-BE18-58EF142008A6}" dt="2026-04-21T05:32:06.250" v="69" actId="26606"/>
          <ac:spMkLst>
            <pc:docMk/>
            <pc:sldMk cId="0" sldId="262"/>
            <ac:spMk id="6" creationId="{00000000-0000-0000-0000-000000000000}"/>
          </ac:spMkLst>
        </pc:spChg>
        <pc:spChg chg="del mod">
          <ac:chgData name="Naman Saboo" userId="75837d53a0ace9a4" providerId="LiveId" clId="{80C36D3F-3510-4E1F-BE18-58EF142008A6}" dt="2026-04-21T05:32:06.250" v="69" actId="26606"/>
          <ac:spMkLst>
            <pc:docMk/>
            <pc:sldMk cId="0" sldId="262"/>
            <ac:spMk id="7" creationId="{00000000-0000-0000-0000-000000000000}"/>
          </ac:spMkLst>
        </pc:spChg>
        <pc:spChg chg="del mod">
          <ac:chgData name="Naman Saboo" userId="75837d53a0ace9a4" providerId="LiveId" clId="{80C36D3F-3510-4E1F-BE18-58EF142008A6}" dt="2026-04-21T07:58:53.653" v="217" actId="26606"/>
          <ac:spMkLst>
            <pc:docMk/>
            <pc:sldMk cId="0" sldId="262"/>
            <ac:spMk id="9" creationId="{00000000-0000-0000-0000-000000000000}"/>
          </ac:spMkLst>
        </pc:spChg>
        <pc:spChg chg="del mod">
          <ac:chgData name="Naman Saboo" userId="75837d53a0ace9a4" providerId="LiveId" clId="{80C36D3F-3510-4E1F-BE18-58EF142008A6}" dt="2026-04-21T05:14:16.055" v="23" actId="26606"/>
          <ac:spMkLst>
            <pc:docMk/>
            <pc:sldMk cId="0" sldId="262"/>
            <ac:spMk id="10" creationId="{00000000-0000-0000-0000-000000000000}"/>
          </ac:spMkLst>
        </pc:spChg>
        <pc:spChg chg="mod">
          <ac:chgData name="Naman Saboo" userId="75837d53a0ace9a4" providerId="LiveId" clId="{80C36D3F-3510-4E1F-BE18-58EF142008A6}" dt="2026-04-21T04:42:52.141" v="15" actId="26606"/>
          <ac:spMkLst>
            <pc:docMk/>
            <pc:sldMk cId="0" sldId="262"/>
            <ac:spMk id="11" creationId="{00000000-0000-0000-0000-000000000000}"/>
          </ac:spMkLst>
        </pc:spChg>
        <pc:spChg chg="del mod">
          <ac:chgData name="Naman Saboo" userId="75837d53a0ace9a4" providerId="LiveId" clId="{80C36D3F-3510-4E1F-BE18-58EF142008A6}" dt="2026-04-21T05:14:16.055" v="23" actId="26606"/>
          <ac:spMkLst>
            <pc:docMk/>
            <pc:sldMk cId="0" sldId="262"/>
            <ac:spMk id="12" creationId="{00000000-0000-0000-0000-000000000000}"/>
          </ac:spMkLst>
        </pc:spChg>
        <pc:spChg chg="del mod">
          <ac:chgData name="Naman Saboo" userId="75837d53a0ace9a4" providerId="LiveId" clId="{80C36D3F-3510-4E1F-BE18-58EF142008A6}" dt="2026-04-21T05:14:16.055" v="23" actId="26606"/>
          <ac:spMkLst>
            <pc:docMk/>
            <pc:sldMk cId="0" sldId="262"/>
            <ac:spMk id="13" creationId="{00000000-0000-0000-0000-000000000000}"/>
          </ac:spMkLst>
        </pc:spChg>
        <pc:graphicFrameChg chg="del mod modGraphic">
          <ac:chgData name="Naman Saboo" userId="75837d53a0ace9a4" providerId="LiveId" clId="{80C36D3F-3510-4E1F-BE18-58EF142008A6}" dt="2026-04-21T08:02:50.293" v="233" actId="478"/>
          <ac:graphicFrameMkLst>
            <pc:docMk/>
            <pc:sldMk cId="0" sldId="262"/>
            <ac:graphicFrameMk id="8" creationId="{00000000-0000-0000-0000-000000000000}"/>
          </ac:graphicFrameMkLst>
        </pc:graphicFrameChg>
        <pc:picChg chg="add mod">
          <ac:chgData name="Naman Saboo" userId="75837d53a0ace9a4" providerId="LiveId" clId="{80C36D3F-3510-4E1F-BE18-58EF142008A6}" dt="2026-04-21T09:00:37.550" v="430" actId="1076"/>
          <ac:picMkLst>
            <pc:docMk/>
            <pc:sldMk cId="0" sldId="262"/>
            <ac:picMk id="7" creationId="{1A2CA034-1DED-4D81-3B3C-54DEF38DBFA5}"/>
          </ac:picMkLst>
        </pc:picChg>
        <pc:picChg chg="add mod">
          <ac:chgData name="Naman Saboo" userId="75837d53a0ace9a4" providerId="LiveId" clId="{80C36D3F-3510-4E1F-BE18-58EF142008A6}" dt="2026-04-21T04:42:52.141" v="15" actId="26606"/>
          <ac:picMkLst>
            <pc:docMk/>
            <pc:sldMk cId="0" sldId="262"/>
            <ac:picMk id="15" creationId="{C1F8E0E8-6932-F5B5-6619-27F073B55FCE}"/>
          </ac:picMkLst>
        </pc:picChg>
        <pc:picChg chg="add del mod">
          <ac:chgData name="Naman Saboo" userId="75837d53a0ace9a4" providerId="LiveId" clId="{80C36D3F-3510-4E1F-BE18-58EF142008A6}" dt="2026-04-21T08:01:16.534" v="229" actId="478"/>
          <ac:picMkLst>
            <pc:docMk/>
            <pc:sldMk cId="0" sldId="262"/>
            <ac:picMk id="16" creationId="{A91DFBA3-C0A8-2A1B-E041-F943BF9CD3B6}"/>
          </ac:picMkLst>
        </pc:picChg>
        <pc:picChg chg="add mod">
          <ac:chgData name="Naman Saboo" userId="75837d53a0ace9a4" providerId="LiveId" clId="{80C36D3F-3510-4E1F-BE18-58EF142008A6}" dt="2026-04-21T04:30:13.137" v="6" actId="1076"/>
          <ac:picMkLst>
            <pc:docMk/>
            <pc:sldMk cId="0" sldId="262"/>
            <ac:picMk id="17" creationId="{21A8DF97-C2BC-168B-7258-46E78328B36B}"/>
          </ac:picMkLst>
        </pc:picChg>
        <pc:picChg chg="add mod">
          <ac:chgData name="Naman Saboo" userId="75837d53a0ace9a4" providerId="LiveId" clId="{80C36D3F-3510-4E1F-BE18-58EF142008A6}" dt="2026-04-21T04:29:57.069" v="3" actId="1076"/>
          <ac:picMkLst>
            <pc:docMk/>
            <pc:sldMk cId="0" sldId="262"/>
            <ac:picMk id="19" creationId="{21EA3ABB-E45E-A11E-C2EE-5FF57FD87285}"/>
          </ac:picMkLst>
        </pc:picChg>
        <pc:picChg chg="add mod">
          <ac:chgData name="Naman Saboo" userId="75837d53a0ace9a4" providerId="LiveId" clId="{80C36D3F-3510-4E1F-BE18-58EF142008A6}" dt="2026-04-21T04:29:57.069" v="3" actId="1076"/>
          <ac:picMkLst>
            <pc:docMk/>
            <pc:sldMk cId="0" sldId="262"/>
            <ac:picMk id="21" creationId="{62BF0C73-22BF-57A0-3083-5A1D95498855}"/>
          </ac:picMkLst>
        </pc:picChg>
        <pc:picChg chg="add mod">
          <ac:chgData name="Naman Saboo" userId="75837d53a0ace9a4" providerId="LiveId" clId="{80C36D3F-3510-4E1F-BE18-58EF142008A6}" dt="2026-04-21T04:29:57.069" v="3" actId="1076"/>
          <ac:picMkLst>
            <pc:docMk/>
            <pc:sldMk cId="0" sldId="262"/>
            <ac:picMk id="23" creationId="{90B657FB-14FF-47BA-0FC2-1B6E5955DCE9}"/>
          </ac:picMkLst>
        </pc:picChg>
        <pc:picChg chg="add mod">
          <ac:chgData name="Naman Saboo" userId="75837d53a0ace9a4" providerId="LiveId" clId="{80C36D3F-3510-4E1F-BE18-58EF142008A6}" dt="2026-04-21T04:30:20.888" v="7" actId="1076"/>
          <ac:picMkLst>
            <pc:docMk/>
            <pc:sldMk cId="0" sldId="262"/>
            <ac:picMk id="25" creationId="{229F66CC-A556-EEC4-E8A2-C76542C6CC43}"/>
          </ac:picMkLst>
        </pc:picChg>
        <pc:picChg chg="add del mod">
          <ac:chgData name="Naman Saboo" userId="75837d53a0ace9a4" providerId="LiveId" clId="{80C36D3F-3510-4E1F-BE18-58EF142008A6}" dt="2026-04-21T04:42:52.141" v="15" actId="26606"/>
          <ac:picMkLst>
            <pc:docMk/>
            <pc:sldMk cId="0" sldId="262"/>
            <ac:picMk id="27" creationId="{DDD216F8-D3E2-81C6-7D09-59D9FE5730D4}"/>
          </ac:picMkLst>
        </pc:picChg>
        <pc:picChg chg="add mod">
          <ac:chgData name="Naman Saboo" userId="75837d53a0ace9a4" providerId="LiveId" clId="{80C36D3F-3510-4E1F-BE18-58EF142008A6}" dt="2026-04-21T04:29:57.069" v="3" actId="1076"/>
          <ac:picMkLst>
            <pc:docMk/>
            <pc:sldMk cId="0" sldId="262"/>
            <ac:picMk id="29" creationId="{FE948CFE-C069-40CE-0A76-14B0BB5BFC15}"/>
          </ac:picMkLst>
        </pc:picChg>
        <pc:picChg chg="add del mod">
          <ac:chgData name="Naman Saboo" userId="75837d53a0ace9a4" providerId="LiveId" clId="{80C36D3F-3510-4E1F-BE18-58EF142008A6}" dt="2026-04-21T04:30:35.971" v="11" actId="21"/>
          <ac:picMkLst>
            <pc:docMk/>
            <pc:sldMk cId="0" sldId="262"/>
            <ac:picMk id="31" creationId="{29748E37-5BF8-9E9D-AA46-75CEE133C3A9}"/>
          </ac:picMkLst>
        </pc:picChg>
        <pc:picChg chg="add del mod">
          <ac:chgData name="Naman Saboo" userId="75837d53a0ace9a4" providerId="LiveId" clId="{80C36D3F-3510-4E1F-BE18-58EF142008A6}" dt="2026-04-21T04:30:28.350" v="9" actId="478"/>
          <ac:picMkLst>
            <pc:docMk/>
            <pc:sldMk cId="0" sldId="262"/>
            <ac:picMk id="33" creationId="{01976B55-CDDB-873C-D427-2E877A9EDAB1}"/>
          </ac:picMkLst>
        </pc:picChg>
      </pc:sldChg>
      <pc:sldChg chg="addSp delSp modSp mod ord setBg modNotes">
        <pc:chgData name="Naman Saboo" userId="75837d53a0ace9a4" providerId="LiveId" clId="{80C36D3F-3510-4E1F-BE18-58EF142008A6}" dt="2026-04-21T09:15:54.034" v="540" actId="1076"/>
        <pc:sldMkLst>
          <pc:docMk/>
          <pc:sldMk cId="0" sldId="263"/>
        </pc:sldMkLst>
        <pc:spChg chg="mod">
          <ac:chgData name="Naman Saboo" userId="75837d53a0ace9a4" providerId="LiveId" clId="{80C36D3F-3510-4E1F-BE18-58EF142008A6}" dt="2026-04-21T07:17:50.421" v="198" actId="26606"/>
          <ac:spMkLst>
            <pc:docMk/>
            <pc:sldMk cId="0" sldId="263"/>
            <ac:spMk id="2" creationId="{00000000-0000-0000-0000-000000000000}"/>
          </ac:spMkLst>
        </pc:spChg>
        <pc:spChg chg="mod">
          <ac:chgData name="Naman Saboo" userId="75837d53a0ace9a4" providerId="LiveId" clId="{80C36D3F-3510-4E1F-BE18-58EF142008A6}" dt="2026-04-21T06:09:12.214" v="70" actId="26606"/>
          <ac:spMkLst>
            <pc:docMk/>
            <pc:sldMk cId="0" sldId="263"/>
            <ac:spMk id="3" creationId="{00000000-0000-0000-0000-000000000000}"/>
          </ac:spMkLst>
        </pc:spChg>
        <pc:spChg chg="mod">
          <ac:chgData name="Naman Saboo" userId="75837d53a0ace9a4" providerId="LiveId" clId="{80C36D3F-3510-4E1F-BE18-58EF142008A6}" dt="2026-04-21T09:10:00.904" v="467" actId="1076"/>
          <ac:spMkLst>
            <pc:docMk/>
            <pc:sldMk cId="0" sldId="263"/>
            <ac:spMk id="4" creationId="{00000000-0000-0000-0000-000000000000}"/>
          </ac:spMkLst>
        </pc:spChg>
        <pc:spChg chg="mod">
          <ac:chgData name="Naman Saboo" userId="75837d53a0ace9a4" providerId="LiveId" clId="{80C36D3F-3510-4E1F-BE18-58EF142008A6}" dt="2026-04-21T07:17:50.421" v="198" actId="26606"/>
          <ac:spMkLst>
            <pc:docMk/>
            <pc:sldMk cId="0" sldId="263"/>
            <ac:spMk id="5" creationId="{00000000-0000-0000-0000-000000000000}"/>
          </ac:spMkLst>
        </pc:spChg>
        <pc:spChg chg="add mod">
          <ac:chgData name="Naman Saboo" userId="75837d53a0ace9a4" providerId="LiveId" clId="{80C36D3F-3510-4E1F-BE18-58EF142008A6}" dt="2026-04-21T08:30:45.259" v="378" actId="14100"/>
          <ac:spMkLst>
            <pc:docMk/>
            <pc:sldMk cId="0" sldId="263"/>
            <ac:spMk id="6" creationId="{00000000-0000-0000-0000-000000000000}"/>
          </ac:spMkLst>
        </pc:spChg>
        <pc:spChg chg="del mod">
          <ac:chgData name="Naman Saboo" userId="75837d53a0ace9a4" providerId="LiveId" clId="{80C36D3F-3510-4E1F-BE18-58EF142008A6}" dt="2026-04-21T09:10:20.322" v="470" actId="478"/>
          <ac:spMkLst>
            <pc:docMk/>
            <pc:sldMk cId="0" sldId="263"/>
            <ac:spMk id="7" creationId="{00000000-0000-0000-0000-000000000000}"/>
          </ac:spMkLst>
        </pc:spChg>
        <pc:spChg chg="del mod">
          <ac:chgData name="Naman Saboo" userId="75837d53a0ace9a4" providerId="LiveId" clId="{80C36D3F-3510-4E1F-BE18-58EF142008A6}" dt="2026-04-21T08:31:52.513" v="379" actId="478"/>
          <ac:spMkLst>
            <pc:docMk/>
            <pc:sldMk cId="0" sldId="263"/>
            <ac:spMk id="8" creationId="{00000000-0000-0000-0000-000000000000}"/>
          </ac:spMkLst>
        </pc:spChg>
        <pc:spChg chg="add del mod">
          <ac:chgData name="Naman Saboo" userId="75837d53a0ace9a4" providerId="LiveId" clId="{80C36D3F-3510-4E1F-BE18-58EF142008A6}" dt="2026-04-21T09:07:48.004" v="447"/>
          <ac:spMkLst>
            <pc:docMk/>
            <pc:sldMk cId="0" sldId="263"/>
            <ac:spMk id="8" creationId="{A77A9DEE-B828-AA0B-0FDB-EF4068B03892}"/>
          </ac:spMkLst>
        </pc:spChg>
        <pc:spChg chg="add del mod">
          <ac:chgData name="Naman Saboo" userId="75837d53a0ace9a4" providerId="LiveId" clId="{80C36D3F-3510-4E1F-BE18-58EF142008A6}" dt="2026-04-21T05:32:06.250" v="69" actId="26606"/>
          <ac:spMkLst>
            <pc:docMk/>
            <pc:sldMk cId="0" sldId="263"/>
            <ac:spMk id="9" creationId="{00000000-0000-0000-0000-000000000000}"/>
          </ac:spMkLst>
        </pc:spChg>
        <pc:spChg chg="add del mod">
          <ac:chgData name="Naman Saboo" userId="75837d53a0ace9a4" providerId="LiveId" clId="{80C36D3F-3510-4E1F-BE18-58EF142008A6}" dt="2026-04-21T09:08:52.560" v="454" actId="478"/>
          <ac:spMkLst>
            <pc:docMk/>
            <pc:sldMk cId="0" sldId="263"/>
            <ac:spMk id="9" creationId="{37827533-FE0C-9B32-56C3-17225BF28BAF}"/>
          </ac:spMkLst>
        </pc:spChg>
        <pc:spChg chg="add">
          <ac:chgData name="Naman Saboo" userId="75837d53a0ace9a4" providerId="LiveId" clId="{80C36D3F-3510-4E1F-BE18-58EF142008A6}" dt="2026-04-21T08:26:57.019" v="350"/>
          <ac:spMkLst>
            <pc:docMk/>
            <pc:sldMk cId="0" sldId="263"/>
            <ac:spMk id="9" creationId="{8D638EA1-AAA0-28A8-0727-5A8F5F412F86}"/>
          </ac:spMkLst>
        </pc:spChg>
        <pc:spChg chg="add del mod">
          <ac:chgData name="Naman Saboo" userId="75837d53a0ace9a4" providerId="LiveId" clId="{80C36D3F-3510-4E1F-BE18-58EF142008A6}" dt="2026-04-21T05:32:06.250" v="69" actId="26606"/>
          <ac:spMkLst>
            <pc:docMk/>
            <pc:sldMk cId="0" sldId="263"/>
            <ac:spMk id="10" creationId="{00000000-0000-0000-0000-000000000000}"/>
          </ac:spMkLst>
        </pc:spChg>
        <pc:spChg chg="add">
          <ac:chgData name="Naman Saboo" userId="75837d53a0ace9a4" providerId="LiveId" clId="{80C36D3F-3510-4E1F-BE18-58EF142008A6}" dt="2026-04-21T08:27:12.007" v="352"/>
          <ac:spMkLst>
            <pc:docMk/>
            <pc:sldMk cId="0" sldId="263"/>
            <ac:spMk id="10" creationId="{A5157A91-8AC9-26A4-D6BE-0A5D9FA30418}"/>
          </ac:spMkLst>
        </pc:spChg>
        <pc:spChg chg="add del">
          <ac:chgData name="Naman Saboo" userId="75837d53a0ace9a4" providerId="LiveId" clId="{80C36D3F-3510-4E1F-BE18-58EF142008A6}" dt="2026-04-21T06:09:12.214" v="70" actId="26606"/>
          <ac:spMkLst>
            <pc:docMk/>
            <pc:sldMk cId="0" sldId="263"/>
            <ac:spMk id="11" creationId="{00000000-0000-0000-0000-000000000000}"/>
          </ac:spMkLst>
        </pc:spChg>
        <pc:spChg chg="add">
          <ac:chgData name="Naman Saboo" userId="75837d53a0ace9a4" providerId="LiveId" clId="{80C36D3F-3510-4E1F-BE18-58EF142008A6}" dt="2026-04-21T08:27:18.326" v="353"/>
          <ac:spMkLst>
            <pc:docMk/>
            <pc:sldMk cId="0" sldId="263"/>
            <ac:spMk id="11" creationId="{A635E887-31C1-079B-83F4-CC1E49A2965A}"/>
          </ac:spMkLst>
        </pc:spChg>
        <pc:spChg chg="del mod">
          <ac:chgData name="Naman Saboo" userId="75837d53a0ace9a4" providerId="LiveId" clId="{80C36D3F-3510-4E1F-BE18-58EF142008A6}" dt="2026-04-21T06:09:12.214" v="70" actId="26606"/>
          <ac:spMkLst>
            <pc:docMk/>
            <pc:sldMk cId="0" sldId="263"/>
            <ac:spMk id="12" creationId="{00000000-0000-0000-0000-000000000000}"/>
          </ac:spMkLst>
        </pc:spChg>
        <pc:spChg chg="add mod">
          <ac:chgData name="Naman Saboo" userId="75837d53a0ace9a4" providerId="LiveId" clId="{80C36D3F-3510-4E1F-BE18-58EF142008A6}" dt="2026-04-21T08:27:59.653" v="357" actId="1076"/>
          <ac:spMkLst>
            <pc:docMk/>
            <pc:sldMk cId="0" sldId="263"/>
            <ac:spMk id="12" creationId="{AAA644A5-E07A-8C31-415F-4B3A7418496A}"/>
          </ac:spMkLst>
        </pc:spChg>
        <pc:spChg chg="del">
          <ac:chgData name="Naman Saboo" userId="75837d53a0ace9a4" providerId="LiveId" clId="{80C36D3F-3510-4E1F-BE18-58EF142008A6}" dt="2026-04-21T05:14:16.055" v="23" actId="26606"/>
          <ac:spMkLst>
            <pc:docMk/>
            <pc:sldMk cId="0" sldId="263"/>
            <ac:spMk id="13" creationId="{00000000-0000-0000-0000-000000000000}"/>
          </ac:spMkLst>
        </pc:spChg>
        <pc:spChg chg="add">
          <ac:chgData name="Naman Saboo" userId="75837d53a0ace9a4" providerId="LiveId" clId="{80C36D3F-3510-4E1F-BE18-58EF142008A6}" dt="2026-04-21T08:29:28.839" v="374"/>
          <ac:spMkLst>
            <pc:docMk/>
            <pc:sldMk cId="0" sldId="263"/>
            <ac:spMk id="13" creationId="{D69B2337-1761-CEB2-7BC1-CE1D3F417308}"/>
          </ac:spMkLst>
        </pc:spChg>
        <pc:graphicFrameChg chg="add mod modGraphic">
          <ac:chgData name="Naman Saboo" userId="75837d53a0ace9a4" providerId="LiveId" clId="{80C36D3F-3510-4E1F-BE18-58EF142008A6}" dt="2026-04-21T09:15:54.034" v="540" actId="1076"/>
          <ac:graphicFrameMkLst>
            <pc:docMk/>
            <pc:sldMk cId="0" sldId="263"/>
            <ac:graphicFrameMk id="10" creationId="{59D0CBF9-76CA-4560-B2FB-1E8C34B32256}"/>
          </ac:graphicFrameMkLst>
        </pc:graphicFrameChg>
        <pc:graphicFrameChg chg="mod modGraphic">
          <ac:chgData name="Naman Saboo" userId="75837d53a0ace9a4" providerId="LiveId" clId="{80C36D3F-3510-4E1F-BE18-58EF142008A6}" dt="2026-04-21T09:10:06.053" v="468" actId="1076"/>
          <ac:graphicFrameMkLst>
            <pc:docMk/>
            <pc:sldMk cId="0" sldId="263"/>
            <ac:graphicFrameMk id="20" creationId="{00000000-0000-0000-0000-000000000000}"/>
          </ac:graphicFrameMkLst>
        </pc:graphicFrameChg>
        <pc:picChg chg="mod replId">
          <ac:chgData name="Naman Saboo" userId="75837d53a0ace9a4" providerId="LiveId" clId="{80C36D3F-3510-4E1F-BE18-58EF142008A6}" dt="2026-04-21T05:14:15.812" v="22" actId="26606"/>
          <ac:picMkLst>
            <pc:docMk/>
            <pc:sldMk cId="0" sldId="263"/>
            <ac:picMk id="14" creationId="{00000000-0000-0000-0000-000000000000}"/>
          </ac:picMkLst>
        </pc:picChg>
        <pc:picChg chg="mod replId">
          <ac:chgData name="Naman Saboo" userId="75837d53a0ace9a4" providerId="LiveId" clId="{80C36D3F-3510-4E1F-BE18-58EF142008A6}" dt="2026-04-21T05:14:15.812" v="22" actId="26606"/>
          <ac:picMkLst>
            <pc:docMk/>
            <pc:sldMk cId="0" sldId="263"/>
            <ac:picMk id="15" creationId="{00000000-0000-0000-0000-000000000000}"/>
          </ac:picMkLst>
        </pc:picChg>
        <pc:picChg chg="add del mod">
          <ac:chgData name="Naman Saboo" userId="75837d53a0ace9a4" providerId="LiveId" clId="{80C36D3F-3510-4E1F-BE18-58EF142008A6}" dt="2026-04-21T05:20:03.167" v="44" actId="931"/>
          <ac:picMkLst>
            <pc:docMk/>
            <pc:sldMk cId="0" sldId="263"/>
            <ac:picMk id="17" creationId="{FDEA8F65-EE38-A11E-E65A-E3EDACE9B274}"/>
          </ac:picMkLst>
        </pc:picChg>
        <pc:picChg chg="add del mod">
          <ac:chgData name="Naman Saboo" userId="75837d53a0ace9a4" providerId="LiveId" clId="{80C36D3F-3510-4E1F-BE18-58EF142008A6}" dt="2026-04-21T06:09:12.214" v="70" actId="26606"/>
          <ac:picMkLst>
            <pc:docMk/>
            <pc:sldMk cId="0" sldId="263"/>
            <ac:picMk id="19" creationId="{35D5E9EB-9A37-672D-0C28-0FF2D042C516}"/>
          </ac:picMkLst>
        </pc:picChg>
      </pc:sldChg>
      <pc:sldChg chg="addSp modSp del mod setBg modNotes">
        <pc:chgData name="Naman Saboo" userId="75837d53a0ace9a4" providerId="LiveId" clId="{80C36D3F-3510-4E1F-BE18-58EF142008A6}" dt="2026-04-21T06:09:12.214" v="70" actId="26606"/>
        <pc:sldMkLst>
          <pc:docMk/>
          <pc:sldMk cId="0" sldId="264"/>
        </pc:sldMkLst>
        <pc:spChg chg="mod">
          <ac:chgData name="Naman Saboo" userId="75837d53a0ace9a4" providerId="LiveId" clId="{80C36D3F-3510-4E1F-BE18-58EF142008A6}" dt="2026-04-21T05:14:16.055" v="23" actId="26606"/>
          <ac:spMkLst>
            <pc:docMk/>
            <pc:sldMk cId="0" sldId="264"/>
            <ac:spMk id="3" creationId="{00000000-0000-0000-0000-000000000000}"/>
          </ac:spMkLst>
        </pc:spChg>
        <pc:spChg chg="mod">
          <ac:chgData name="Naman Saboo" userId="75837d53a0ace9a4" providerId="LiveId" clId="{80C36D3F-3510-4E1F-BE18-58EF142008A6}" dt="2026-04-21T05:14:16.055" v="23" actId="26606"/>
          <ac:spMkLst>
            <pc:docMk/>
            <pc:sldMk cId="0" sldId="264"/>
            <ac:spMk id="8" creationId="{00000000-0000-0000-0000-000000000000}"/>
          </ac:spMkLst>
        </pc:spChg>
        <pc:spChg chg="mod">
          <ac:chgData name="Naman Saboo" userId="75837d53a0ace9a4" providerId="LiveId" clId="{80C36D3F-3510-4E1F-BE18-58EF142008A6}" dt="2026-04-21T05:14:16.055" v="23" actId="26606"/>
          <ac:spMkLst>
            <pc:docMk/>
            <pc:sldMk cId="0" sldId="264"/>
            <ac:spMk id="9" creationId="{00000000-0000-0000-0000-000000000000}"/>
          </ac:spMkLst>
        </pc:spChg>
        <pc:spChg chg="mod">
          <ac:chgData name="Naman Saboo" userId="75837d53a0ace9a4" providerId="LiveId" clId="{80C36D3F-3510-4E1F-BE18-58EF142008A6}" dt="2026-04-21T05:14:16.055" v="23" actId="26606"/>
          <ac:spMkLst>
            <pc:docMk/>
            <pc:sldMk cId="0" sldId="264"/>
            <ac:spMk id="10" creationId="{00000000-0000-0000-0000-000000000000}"/>
          </ac:spMkLst>
        </pc:spChg>
        <pc:spChg chg="mod">
          <ac:chgData name="Naman Saboo" userId="75837d53a0ace9a4" providerId="LiveId" clId="{80C36D3F-3510-4E1F-BE18-58EF142008A6}" dt="2026-04-21T05:14:16.055" v="23" actId="26606"/>
          <ac:spMkLst>
            <pc:docMk/>
            <pc:sldMk cId="0" sldId="264"/>
            <ac:spMk id="11" creationId="{00000000-0000-0000-0000-000000000000}"/>
          </ac:spMkLst>
        </pc:spChg>
        <pc:spChg chg="add">
          <ac:chgData name="Naman Saboo" userId="75837d53a0ace9a4" providerId="LiveId" clId="{80C36D3F-3510-4E1F-BE18-58EF142008A6}" dt="2026-04-21T05:14:16.055" v="23" actId="26606"/>
          <ac:spMkLst>
            <pc:docMk/>
            <pc:sldMk cId="0" sldId="264"/>
            <ac:spMk id="12" creationId="{00000000-0000-0000-0000-000000000000}"/>
          </ac:spMkLst>
        </pc:spChg>
        <pc:spChg chg="add">
          <ac:chgData name="Naman Saboo" userId="75837d53a0ace9a4" providerId="LiveId" clId="{80C36D3F-3510-4E1F-BE18-58EF142008A6}" dt="2026-04-21T05:14:16.055" v="23" actId="26606"/>
          <ac:spMkLst>
            <pc:docMk/>
            <pc:sldMk cId="0" sldId="264"/>
            <ac:spMk id="13" creationId="{00000000-0000-0000-0000-000000000000}"/>
          </ac:spMkLst>
        </pc:spChg>
        <pc:spChg chg="add">
          <ac:chgData name="Naman Saboo" userId="75837d53a0ace9a4" providerId="LiveId" clId="{80C36D3F-3510-4E1F-BE18-58EF142008A6}" dt="2026-04-21T05:14:16.055" v="23" actId="26606"/>
          <ac:spMkLst>
            <pc:docMk/>
            <pc:sldMk cId="0" sldId="264"/>
            <ac:spMk id="15" creationId="{00000000-0000-0000-0000-000000000000}"/>
          </ac:spMkLst>
        </pc:spChg>
        <pc:spChg chg="add">
          <ac:chgData name="Naman Saboo" userId="75837d53a0ace9a4" providerId="LiveId" clId="{80C36D3F-3510-4E1F-BE18-58EF142008A6}" dt="2026-04-21T05:14:16.055" v="23" actId="26606"/>
          <ac:spMkLst>
            <pc:docMk/>
            <pc:sldMk cId="0" sldId="264"/>
            <ac:spMk id="16" creationId="{00000000-0000-0000-0000-000000000000}"/>
          </ac:spMkLst>
        </pc:spChg>
        <pc:spChg chg="add">
          <ac:chgData name="Naman Saboo" userId="75837d53a0ace9a4" providerId="LiveId" clId="{80C36D3F-3510-4E1F-BE18-58EF142008A6}" dt="2026-04-21T05:14:16.055" v="23" actId="26606"/>
          <ac:spMkLst>
            <pc:docMk/>
            <pc:sldMk cId="0" sldId="264"/>
            <ac:spMk id="17" creationId="{00000000-0000-0000-0000-000000000000}"/>
          </ac:spMkLst>
        </pc:spChg>
      </pc:sldChg>
      <pc:sldChg chg="addSp delSp modSp mod setBg modNotes">
        <pc:chgData name="Naman Saboo" userId="75837d53a0ace9a4" providerId="LiveId" clId="{80C36D3F-3510-4E1F-BE18-58EF142008A6}" dt="2026-04-21T08:46:31.639" v="417" actId="1076"/>
        <pc:sldMkLst>
          <pc:docMk/>
          <pc:sldMk cId="0" sldId="265"/>
        </pc:sldMkLst>
        <pc:spChg chg="mod">
          <ac:chgData name="Naman Saboo" userId="75837d53a0ace9a4" providerId="LiveId" clId="{80C36D3F-3510-4E1F-BE18-58EF142008A6}" dt="2026-04-21T07:17:50.421" v="198" actId="26606"/>
          <ac:spMkLst>
            <pc:docMk/>
            <pc:sldMk cId="0" sldId="265"/>
            <ac:spMk id="2" creationId="{00000000-0000-0000-0000-000000000000}"/>
          </ac:spMkLst>
        </pc:spChg>
        <pc:spChg chg="mod">
          <ac:chgData name="Naman Saboo" userId="75837d53a0ace9a4" providerId="LiveId" clId="{80C36D3F-3510-4E1F-BE18-58EF142008A6}" dt="2026-04-21T06:09:12.214" v="70" actId="26606"/>
          <ac:spMkLst>
            <pc:docMk/>
            <pc:sldMk cId="0" sldId="265"/>
            <ac:spMk id="3" creationId="{00000000-0000-0000-0000-000000000000}"/>
          </ac:spMkLst>
        </pc:spChg>
        <pc:spChg chg="del mod">
          <ac:chgData name="Naman Saboo" userId="75837d53a0ace9a4" providerId="LiveId" clId="{80C36D3F-3510-4E1F-BE18-58EF142008A6}" dt="2026-04-21T05:32:06.250" v="69" actId="26606"/>
          <ac:spMkLst>
            <pc:docMk/>
            <pc:sldMk cId="0" sldId="265"/>
            <ac:spMk id="4" creationId="{00000000-0000-0000-0000-000000000000}"/>
          </ac:spMkLst>
        </pc:spChg>
        <pc:spChg chg="add del mod">
          <ac:chgData name="Naman Saboo" userId="75837d53a0ace9a4" providerId="LiveId" clId="{80C36D3F-3510-4E1F-BE18-58EF142008A6}" dt="2026-04-21T08:16:22.652" v="292" actId="478"/>
          <ac:spMkLst>
            <pc:docMk/>
            <pc:sldMk cId="0" sldId="265"/>
            <ac:spMk id="5" creationId="{00000000-0000-0000-0000-000000000000}"/>
          </ac:spMkLst>
        </pc:spChg>
        <pc:spChg chg="add del mod">
          <ac:chgData name="Naman Saboo" userId="75837d53a0ace9a4" providerId="LiveId" clId="{80C36D3F-3510-4E1F-BE18-58EF142008A6}" dt="2026-04-21T07:06:08.749" v="197" actId="26606"/>
          <ac:spMkLst>
            <pc:docMk/>
            <pc:sldMk cId="0" sldId="265"/>
            <ac:spMk id="6" creationId="{00000000-0000-0000-0000-000000000000}"/>
          </ac:spMkLst>
        </pc:spChg>
        <pc:spChg chg="add del mod">
          <ac:chgData name="Naman Saboo" userId="75837d53a0ace9a4" providerId="LiveId" clId="{80C36D3F-3510-4E1F-BE18-58EF142008A6}" dt="2026-04-21T07:17:50.421" v="198" actId="26606"/>
          <ac:spMkLst>
            <pc:docMk/>
            <pc:sldMk cId="0" sldId="265"/>
            <ac:spMk id="7" creationId="{00000000-0000-0000-0000-000000000000}"/>
          </ac:spMkLst>
        </pc:spChg>
        <pc:spChg chg="del mod">
          <ac:chgData name="Naman Saboo" userId="75837d53a0ace9a4" providerId="LiveId" clId="{80C36D3F-3510-4E1F-BE18-58EF142008A6}" dt="2026-04-21T06:09:12.214" v="70" actId="26606"/>
          <ac:spMkLst>
            <pc:docMk/>
            <pc:sldMk cId="0" sldId="265"/>
            <ac:spMk id="8" creationId="{00000000-0000-0000-0000-000000000000}"/>
          </ac:spMkLst>
        </pc:spChg>
        <pc:spChg chg="del mod">
          <ac:chgData name="Naman Saboo" userId="75837d53a0ace9a4" providerId="LiveId" clId="{80C36D3F-3510-4E1F-BE18-58EF142008A6}" dt="2026-04-21T06:09:12.214" v="70" actId="26606"/>
          <ac:spMkLst>
            <pc:docMk/>
            <pc:sldMk cId="0" sldId="265"/>
            <ac:spMk id="9" creationId="{00000000-0000-0000-0000-000000000000}"/>
          </ac:spMkLst>
        </pc:spChg>
        <pc:spChg chg="del">
          <ac:chgData name="Naman Saboo" userId="75837d53a0ace9a4" providerId="LiveId" clId="{80C36D3F-3510-4E1F-BE18-58EF142008A6}" dt="2026-04-21T06:09:12.214" v="70" actId="26606"/>
          <ac:spMkLst>
            <pc:docMk/>
            <pc:sldMk cId="0" sldId="265"/>
            <ac:spMk id="10" creationId="{00000000-0000-0000-0000-000000000000}"/>
          </ac:spMkLst>
        </pc:spChg>
        <pc:spChg chg="del">
          <ac:chgData name="Naman Saboo" userId="75837d53a0ace9a4" providerId="LiveId" clId="{80C36D3F-3510-4E1F-BE18-58EF142008A6}" dt="2026-04-21T06:09:12.214" v="70" actId="26606"/>
          <ac:spMkLst>
            <pc:docMk/>
            <pc:sldMk cId="0" sldId="265"/>
            <ac:spMk id="11" creationId="{00000000-0000-0000-0000-000000000000}"/>
          </ac:spMkLst>
        </pc:spChg>
        <pc:spChg chg="del">
          <ac:chgData name="Naman Saboo" userId="75837d53a0ace9a4" providerId="LiveId" clId="{80C36D3F-3510-4E1F-BE18-58EF142008A6}" dt="2026-04-21T06:09:12.214" v="70" actId="26606"/>
          <ac:spMkLst>
            <pc:docMk/>
            <pc:sldMk cId="0" sldId="265"/>
            <ac:spMk id="12" creationId="{00000000-0000-0000-0000-000000000000}"/>
          </ac:spMkLst>
        </pc:spChg>
        <pc:spChg chg="del">
          <ac:chgData name="Naman Saboo" userId="75837d53a0ace9a4" providerId="LiveId" clId="{80C36D3F-3510-4E1F-BE18-58EF142008A6}" dt="2026-04-21T05:14:16.055" v="23" actId="26606"/>
          <ac:spMkLst>
            <pc:docMk/>
            <pc:sldMk cId="0" sldId="265"/>
            <ac:spMk id="13" creationId="{00000000-0000-0000-0000-000000000000}"/>
          </ac:spMkLst>
        </pc:spChg>
        <pc:spChg chg="del">
          <ac:chgData name="Naman Saboo" userId="75837d53a0ace9a4" providerId="LiveId" clId="{80C36D3F-3510-4E1F-BE18-58EF142008A6}" dt="2026-04-21T05:14:16.055" v="23" actId="26606"/>
          <ac:spMkLst>
            <pc:docMk/>
            <pc:sldMk cId="0" sldId="265"/>
            <ac:spMk id="15" creationId="{00000000-0000-0000-0000-000000000000}"/>
          </ac:spMkLst>
        </pc:spChg>
        <pc:spChg chg="del">
          <ac:chgData name="Naman Saboo" userId="75837d53a0ace9a4" providerId="LiveId" clId="{80C36D3F-3510-4E1F-BE18-58EF142008A6}" dt="2026-04-21T05:14:16.055" v="23" actId="26606"/>
          <ac:spMkLst>
            <pc:docMk/>
            <pc:sldMk cId="0" sldId="265"/>
            <ac:spMk id="16" creationId="{00000000-0000-0000-0000-000000000000}"/>
          </ac:spMkLst>
        </pc:spChg>
        <pc:spChg chg="del">
          <ac:chgData name="Naman Saboo" userId="75837d53a0ace9a4" providerId="LiveId" clId="{80C36D3F-3510-4E1F-BE18-58EF142008A6}" dt="2026-04-21T05:14:16.055" v="23" actId="26606"/>
          <ac:spMkLst>
            <pc:docMk/>
            <pc:sldMk cId="0" sldId="265"/>
            <ac:spMk id="17" creationId="{00000000-0000-0000-0000-000000000000}"/>
          </ac:spMkLst>
        </pc:spChg>
        <pc:spChg chg="del mod">
          <ac:chgData name="Naman Saboo" userId="75837d53a0ace9a4" providerId="LiveId" clId="{80C36D3F-3510-4E1F-BE18-58EF142008A6}" dt="2026-04-21T05:14:16.055" v="23" actId="26606"/>
          <ac:spMkLst>
            <pc:docMk/>
            <pc:sldMk cId="0" sldId="265"/>
            <ac:spMk id="19" creationId="{00000000-0000-0000-0000-000000000000}"/>
          </ac:spMkLst>
        </pc:spChg>
        <pc:graphicFrameChg chg="mod modGraphic">
          <ac:chgData name="Naman Saboo" userId="75837d53a0ace9a4" providerId="LiveId" clId="{80C36D3F-3510-4E1F-BE18-58EF142008A6}" dt="2026-04-21T08:46:26.179" v="416" actId="14100"/>
          <ac:graphicFrameMkLst>
            <pc:docMk/>
            <pc:sldMk cId="0" sldId="265"/>
            <ac:graphicFrameMk id="4" creationId="{00000000-0000-0000-0000-000000000000}"/>
          </ac:graphicFrameMkLst>
        </pc:graphicFrameChg>
        <pc:picChg chg="add mod">
          <ac:chgData name="Naman Saboo" userId="75837d53a0ace9a4" providerId="LiveId" clId="{80C36D3F-3510-4E1F-BE18-58EF142008A6}" dt="2026-04-21T08:46:31.639" v="417" actId="1076"/>
          <ac:picMkLst>
            <pc:docMk/>
            <pc:sldMk cId="0" sldId="265"/>
            <ac:picMk id="14" creationId="{C4B38B91-582E-EADE-410F-3ED48C7EE9CF}"/>
          </ac:picMkLst>
        </pc:picChg>
        <pc:picChg chg="add mod">
          <ac:chgData name="Naman Saboo" userId="75837d53a0ace9a4" providerId="LiveId" clId="{80C36D3F-3510-4E1F-BE18-58EF142008A6}" dt="2026-04-21T05:32:06.250" v="69" actId="26606"/>
          <ac:picMkLst>
            <pc:docMk/>
            <pc:sldMk cId="0" sldId="265"/>
            <ac:picMk id="21" creationId="{71B168BA-3F90-D980-3F77-A1B2951FCCD0}"/>
          </ac:picMkLst>
        </pc:picChg>
        <pc:picChg chg="add mod">
          <ac:chgData name="Naman Saboo" userId="75837d53a0ace9a4" providerId="LiveId" clId="{80C36D3F-3510-4E1F-BE18-58EF142008A6}" dt="2026-04-21T05:32:06.250" v="69" actId="26606"/>
          <ac:picMkLst>
            <pc:docMk/>
            <pc:sldMk cId="0" sldId="265"/>
            <ac:picMk id="23" creationId="{2AA280B5-DC7A-11CB-E2A8-036EA6C71E73}"/>
          </ac:picMkLst>
        </pc:picChg>
      </pc:sldChg>
      <pc:sldChg chg="addSp delSp modSp add del mod ord setBg modNotes">
        <pc:chgData name="Naman Saboo" userId="75837d53a0ace9a4" providerId="LiveId" clId="{80C36D3F-3510-4E1F-BE18-58EF142008A6}" dt="2026-04-21T06:09:12.214" v="70" actId="26606"/>
        <pc:sldMkLst>
          <pc:docMk/>
          <pc:sldMk cId="0" sldId="266"/>
        </pc:sldMkLst>
        <pc:spChg chg="mod">
          <ac:chgData name="Naman Saboo" userId="75837d53a0ace9a4" providerId="LiveId" clId="{80C36D3F-3510-4E1F-BE18-58EF142008A6}" dt="2026-04-21T05:14:16.055" v="23" actId="26606"/>
          <ac:spMkLst>
            <pc:docMk/>
            <pc:sldMk cId="0" sldId="266"/>
            <ac:spMk id="2" creationId="{00000000-0000-0000-0000-000000000000}"/>
          </ac:spMkLst>
        </pc:spChg>
        <pc:spChg chg="mod">
          <ac:chgData name="Naman Saboo" userId="75837d53a0ace9a4" providerId="LiveId" clId="{80C36D3F-3510-4E1F-BE18-58EF142008A6}" dt="2026-04-21T05:14:16.055" v="23" actId="26606"/>
          <ac:spMkLst>
            <pc:docMk/>
            <pc:sldMk cId="0" sldId="266"/>
            <ac:spMk id="3" creationId="{00000000-0000-0000-0000-000000000000}"/>
          </ac:spMkLst>
        </pc:spChg>
        <pc:spChg chg="add">
          <ac:chgData name="Naman Saboo" userId="75837d53a0ace9a4" providerId="LiveId" clId="{80C36D3F-3510-4E1F-BE18-58EF142008A6}" dt="2026-04-21T05:14:16.055" v="23" actId="26606"/>
          <ac:spMkLst>
            <pc:docMk/>
            <pc:sldMk cId="0" sldId="266"/>
            <ac:spMk id="4" creationId="{00000000-0000-0000-0000-000000000000}"/>
          </ac:spMkLst>
        </pc:spChg>
        <pc:spChg chg="add">
          <ac:chgData name="Naman Saboo" userId="75837d53a0ace9a4" providerId="LiveId" clId="{80C36D3F-3510-4E1F-BE18-58EF142008A6}" dt="2026-04-21T05:14:16.055" v="23" actId="26606"/>
          <ac:spMkLst>
            <pc:docMk/>
            <pc:sldMk cId="0" sldId="266"/>
            <ac:spMk id="5" creationId="{00000000-0000-0000-0000-000000000000}"/>
          </ac:spMkLst>
        </pc:spChg>
        <pc:spChg chg="mod">
          <ac:chgData name="Naman Saboo" userId="75837d53a0ace9a4" providerId="LiveId" clId="{80C36D3F-3510-4E1F-BE18-58EF142008A6}" dt="2026-04-21T05:14:16.055" v="23" actId="26606"/>
          <ac:spMkLst>
            <pc:docMk/>
            <pc:sldMk cId="0" sldId="266"/>
            <ac:spMk id="6" creationId="{00000000-0000-0000-0000-000000000000}"/>
          </ac:spMkLst>
        </pc:spChg>
        <pc:spChg chg="mod">
          <ac:chgData name="Naman Saboo" userId="75837d53a0ace9a4" providerId="LiveId" clId="{80C36D3F-3510-4E1F-BE18-58EF142008A6}" dt="2026-04-21T05:14:16.055" v="23" actId="26606"/>
          <ac:spMkLst>
            <pc:docMk/>
            <pc:sldMk cId="0" sldId="266"/>
            <ac:spMk id="7" creationId="{00000000-0000-0000-0000-000000000000}"/>
          </ac:spMkLst>
        </pc:spChg>
        <pc:spChg chg="add">
          <ac:chgData name="Naman Saboo" userId="75837d53a0ace9a4" providerId="LiveId" clId="{80C36D3F-3510-4E1F-BE18-58EF142008A6}" dt="2026-04-21T05:14:16.055" v="23" actId="26606"/>
          <ac:spMkLst>
            <pc:docMk/>
            <pc:sldMk cId="0" sldId="266"/>
            <ac:spMk id="8" creationId="{00000000-0000-0000-0000-000000000000}"/>
          </ac:spMkLst>
        </pc:spChg>
        <pc:spChg chg="add">
          <ac:chgData name="Naman Saboo" userId="75837d53a0ace9a4" providerId="LiveId" clId="{80C36D3F-3510-4E1F-BE18-58EF142008A6}" dt="2026-04-21T05:14:16.055" v="23" actId="26606"/>
          <ac:spMkLst>
            <pc:docMk/>
            <pc:sldMk cId="0" sldId="266"/>
            <ac:spMk id="9" creationId="{00000000-0000-0000-0000-000000000000}"/>
          </ac:spMkLst>
        </pc:spChg>
        <pc:spChg chg="add">
          <ac:chgData name="Naman Saboo" userId="75837d53a0ace9a4" providerId="LiveId" clId="{80C36D3F-3510-4E1F-BE18-58EF142008A6}" dt="2026-04-21T05:14:16.055" v="23" actId="26606"/>
          <ac:spMkLst>
            <pc:docMk/>
            <pc:sldMk cId="0" sldId="266"/>
            <ac:spMk id="10" creationId="{00000000-0000-0000-0000-000000000000}"/>
          </ac:spMkLst>
        </pc:spChg>
        <pc:spChg chg="add">
          <ac:chgData name="Naman Saboo" userId="75837d53a0ace9a4" providerId="LiveId" clId="{80C36D3F-3510-4E1F-BE18-58EF142008A6}" dt="2026-04-21T05:14:16.055" v="23" actId="26606"/>
          <ac:spMkLst>
            <pc:docMk/>
            <pc:sldMk cId="0" sldId="266"/>
            <ac:spMk id="11" creationId="{00000000-0000-0000-0000-000000000000}"/>
          </ac:spMkLst>
        </pc:spChg>
        <pc:picChg chg="mod replId">
          <ac:chgData name="Naman Saboo" userId="75837d53a0ace9a4" providerId="LiveId" clId="{80C36D3F-3510-4E1F-BE18-58EF142008A6}" dt="2026-04-21T05:14:15.812" v="22" actId="26606"/>
          <ac:picMkLst>
            <pc:docMk/>
            <pc:sldMk cId="0" sldId="266"/>
            <ac:picMk id="12" creationId="{00000000-0000-0000-0000-000000000000}"/>
          </ac:picMkLst>
        </pc:picChg>
        <pc:picChg chg="mod replId">
          <ac:chgData name="Naman Saboo" userId="75837d53a0ace9a4" providerId="LiveId" clId="{80C36D3F-3510-4E1F-BE18-58EF142008A6}" dt="2026-04-21T05:14:15.812" v="22" actId="26606"/>
          <ac:picMkLst>
            <pc:docMk/>
            <pc:sldMk cId="0" sldId="266"/>
            <ac:picMk id="13" creationId="{00000000-0000-0000-0000-000000000000}"/>
          </ac:picMkLst>
        </pc:picChg>
      </pc:sldChg>
      <pc:sldChg chg="delSp modSp add mod">
        <pc:chgData name="Naman Saboo" userId="75837d53a0ace9a4" providerId="LiveId" clId="{80C36D3F-3510-4E1F-BE18-58EF142008A6}" dt="2026-04-21T07:49:29.291" v="201" actId="14100"/>
        <pc:sldMkLst>
          <pc:docMk/>
          <pc:sldMk cId="0" sldId="267"/>
        </pc:sldMkLst>
        <pc:spChg chg="mod">
          <ac:chgData name="Naman Saboo" userId="75837d53a0ace9a4" providerId="LiveId" clId="{80C36D3F-3510-4E1F-BE18-58EF142008A6}" dt="2026-04-21T06:09:12.214" v="70" actId="26606"/>
          <ac:spMkLst>
            <pc:docMk/>
            <pc:sldMk cId="0" sldId="267"/>
            <ac:spMk id="2" creationId="{00000000-0000-0000-0000-000000000000}"/>
          </ac:spMkLst>
        </pc:spChg>
        <pc:spChg chg="mod">
          <ac:chgData name="Naman Saboo" userId="75837d53a0ace9a4" providerId="LiveId" clId="{80C36D3F-3510-4E1F-BE18-58EF142008A6}" dt="2026-04-21T07:49:29.291" v="201" actId="14100"/>
          <ac:spMkLst>
            <pc:docMk/>
            <pc:sldMk cId="0" sldId="267"/>
            <ac:spMk id="3" creationId="{00000000-0000-0000-0000-000000000000}"/>
          </ac:spMkLst>
        </pc:spChg>
        <pc:spChg chg="mod">
          <ac:chgData name="Naman Saboo" userId="75837d53a0ace9a4" providerId="LiveId" clId="{80C36D3F-3510-4E1F-BE18-58EF142008A6}" dt="2026-04-21T07:17:50.421" v="198" actId="26606"/>
          <ac:spMkLst>
            <pc:docMk/>
            <pc:sldMk cId="0" sldId="267"/>
            <ac:spMk id="5" creationId="{00000000-0000-0000-0000-000000000000}"/>
          </ac:spMkLst>
        </pc:spChg>
        <pc:spChg chg="mod">
          <ac:chgData name="Naman Saboo" userId="75837d53a0ace9a4" providerId="LiveId" clId="{80C36D3F-3510-4E1F-BE18-58EF142008A6}" dt="2026-04-21T07:17:50.421" v="198" actId="26606"/>
          <ac:spMkLst>
            <pc:docMk/>
            <pc:sldMk cId="0" sldId="267"/>
            <ac:spMk id="6" creationId="{00000000-0000-0000-0000-000000000000}"/>
          </ac:spMkLst>
        </pc:spChg>
        <pc:spChg chg="mod">
          <ac:chgData name="Naman Saboo" userId="75837d53a0ace9a4" providerId="LiveId" clId="{80C36D3F-3510-4E1F-BE18-58EF142008A6}" dt="2026-04-21T07:17:50.421" v="198" actId="26606"/>
          <ac:spMkLst>
            <pc:docMk/>
            <pc:sldMk cId="0" sldId="267"/>
            <ac:spMk id="8" creationId="{00000000-0000-0000-0000-000000000000}"/>
          </ac:spMkLst>
        </pc:spChg>
        <pc:spChg chg="mod">
          <ac:chgData name="Naman Saboo" userId="75837d53a0ace9a4" providerId="LiveId" clId="{80C36D3F-3510-4E1F-BE18-58EF142008A6}" dt="2026-04-21T07:17:50.421" v="198" actId="26606"/>
          <ac:spMkLst>
            <pc:docMk/>
            <pc:sldMk cId="0" sldId="267"/>
            <ac:spMk id="9" creationId="{00000000-0000-0000-0000-000000000000}"/>
          </ac:spMkLst>
        </pc:spChg>
        <pc:spChg chg="mod">
          <ac:chgData name="Naman Saboo" userId="75837d53a0ace9a4" providerId="LiveId" clId="{80C36D3F-3510-4E1F-BE18-58EF142008A6}" dt="2026-04-21T07:17:50.421" v="198" actId="26606"/>
          <ac:spMkLst>
            <pc:docMk/>
            <pc:sldMk cId="0" sldId="267"/>
            <ac:spMk id="11" creationId="{00000000-0000-0000-0000-000000000000}"/>
          </ac:spMkLst>
        </pc:spChg>
        <pc:spChg chg="mod">
          <ac:chgData name="Naman Saboo" userId="75837d53a0ace9a4" providerId="LiveId" clId="{80C36D3F-3510-4E1F-BE18-58EF142008A6}" dt="2026-04-21T07:17:50.421" v="198" actId="26606"/>
          <ac:spMkLst>
            <pc:docMk/>
            <pc:sldMk cId="0" sldId="267"/>
            <ac:spMk id="12" creationId="{00000000-0000-0000-0000-000000000000}"/>
          </ac:spMkLst>
        </pc:spChg>
        <pc:spChg chg="mod">
          <ac:chgData name="Naman Saboo" userId="75837d53a0ace9a4" providerId="LiveId" clId="{80C36D3F-3510-4E1F-BE18-58EF142008A6}" dt="2026-04-21T07:17:50.421" v="198" actId="26606"/>
          <ac:spMkLst>
            <pc:docMk/>
            <pc:sldMk cId="0" sldId="267"/>
            <ac:spMk id="14" creationId="{00000000-0000-0000-0000-000000000000}"/>
          </ac:spMkLst>
        </pc:spChg>
        <pc:spChg chg="mod">
          <ac:chgData name="Naman Saboo" userId="75837d53a0ace9a4" providerId="LiveId" clId="{80C36D3F-3510-4E1F-BE18-58EF142008A6}" dt="2026-04-21T07:17:50.421" v="198" actId="26606"/>
          <ac:spMkLst>
            <pc:docMk/>
            <pc:sldMk cId="0" sldId="267"/>
            <ac:spMk id="15" creationId="{00000000-0000-0000-0000-000000000000}"/>
          </ac:spMkLst>
        </pc:spChg>
        <pc:spChg chg="mod">
          <ac:chgData name="Naman Saboo" userId="75837d53a0ace9a4" providerId="LiveId" clId="{80C36D3F-3510-4E1F-BE18-58EF142008A6}" dt="2026-04-21T06:09:12.214" v="70" actId="26606"/>
          <ac:spMkLst>
            <pc:docMk/>
            <pc:sldMk cId="0" sldId="267"/>
            <ac:spMk id="16" creationId="{00000000-0000-0000-0000-000000000000}"/>
          </ac:spMkLst>
        </pc:spChg>
        <pc:spChg chg="del">
          <ac:chgData name="Naman Saboo" userId="75837d53a0ace9a4" providerId="LiveId" clId="{80C36D3F-3510-4E1F-BE18-58EF142008A6}" dt="2026-04-21T06:09:12.214" v="70" actId="26606"/>
          <ac:spMkLst>
            <pc:docMk/>
            <pc:sldMk cId="0" sldId="267"/>
            <ac:spMk id="17" creationId="{00000000-0000-0000-0000-000000000000}"/>
          </ac:spMkLst>
        </pc:spChg>
        <pc:spChg chg="del">
          <ac:chgData name="Naman Saboo" userId="75837d53a0ace9a4" providerId="LiveId" clId="{80C36D3F-3510-4E1F-BE18-58EF142008A6}" dt="2026-04-21T06:09:12.214" v="70" actId="26606"/>
          <ac:spMkLst>
            <pc:docMk/>
            <pc:sldMk cId="0" sldId="267"/>
            <ac:spMk id="18" creationId="{00000000-0000-0000-0000-000000000000}"/>
          </ac:spMkLst>
        </pc:spChg>
      </pc:sldChg>
      <pc:sldChg chg="add del">
        <pc:chgData name="Naman Saboo" userId="75837d53a0ace9a4" providerId="LiveId" clId="{80C36D3F-3510-4E1F-BE18-58EF142008A6}" dt="2026-04-21T06:09:12.214" v="70" actId="26606"/>
        <pc:sldMkLst>
          <pc:docMk/>
          <pc:sldMk cId="0" sldId="268"/>
        </pc:sldMkLst>
      </pc:sldChg>
      <pc:sldChg chg="new del">
        <pc:chgData name="Naman Saboo" userId="75837d53a0ace9a4" providerId="LiveId" clId="{80C36D3F-3510-4E1F-BE18-58EF142008A6}" dt="2026-04-21T06:15:30.095" v="72" actId="680"/>
        <pc:sldMkLst>
          <pc:docMk/>
          <pc:sldMk cId="4024681902"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352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Hi everyone, I’m presenting my final project on local structure-preserving bridge methods for long-document RAG.</a:t>
            </a:r>
          </a:p>
          <a:p>
            <a:r>
              <a:rPr lang="en-US" dirty="0"/>
              <a:t>The starting idea was that long documents make retrieval harder because related evidence gets split across nearby chunks. So, I wanted to test whether a lightweight local bridge expansion could recover some of that context without needing a much more complicated graph-based system.</a:t>
            </a:r>
          </a:p>
          <a:p>
            <a:r>
              <a:rPr lang="en-US" dirty="0"/>
              <a:t>What ended up being most interesting is that, once I cleaned up the evaluation, the final answer was not what I originally expected.</a:t>
            </a:r>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core issue is that standard RAG usually treats chunks as independent retrieval units. That’s often fine for short documents, but in long scientific papers, evidence that belongs together can get separated across nearby chunks.</a:t>
            </a:r>
          </a:p>
          <a:p>
            <a:r>
              <a:rPr lang="en-US" dirty="0"/>
              <a:t>That matters a lot for questions that need multiple pieces of evidence or evidence that is not all in one place.</a:t>
            </a:r>
          </a:p>
          <a:p>
            <a:r>
              <a:rPr lang="en-US" dirty="0"/>
              <a:t>So the original hypothesis was that a local bridge expansion could help reconnect that nearby context. I used QASPER as the main development dataset, because it’s built around questions over scientific papers and a lot of those questions require multi-passage evidence.</a:t>
            </a:r>
          </a:p>
        </p:txBody>
      </p:sp>
      <p:sp>
        <p:nvSpPr>
          <p:cNvPr id="4" name="Slide Number Placeholder 3"/>
          <p:cNvSpPr>
            <a:spLocks noGrp="1"/>
          </p:cNvSpPr>
          <p:nvPr>
            <p:ph type="sldNum" sz="quarter" idx="4294967295"/>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project changed a lot from the original proposal.</a:t>
            </a:r>
          </a:p>
          <a:p>
            <a:r>
              <a:rPr lang="en-US" dirty="0"/>
              <a:t>Originally, I planned to do QASPER and </a:t>
            </a:r>
            <a:r>
              <a:rPr lang="en-US" dirty="0" err="1"/>
              <a:t>FinanceBench</a:t>
            </a:r>
            <a:r>
              <a:rPr lang="en-US" dirty="0"/>
              <a:t>, compare several chunking and bridge variants, and I expected bridge retrieval to outperform flat retrieval.</a:t>
            </a:r>
          </a:p>
          <a:p>
            <a:r>
              <a:rPr lang="en-US" dirty="0"/>
              <a:t>What actually happened is that the evaluation side became much more important than I expected. I ended up doing a major protocol reset, and once I did that, the story changed. </a:t>
            </a:r>
            <a:r>
              <a:rPr lang="en-US" dirty="0" err="1"/>
              <a:t>FinanceBench</a:t>
            </a:r>
            <a:r>
              <a:rPr lang="en-US" dirty="0"/>
              <a:t> was not completed, answer evaluation stayed secondary, and the final winner became flat hybrid retrieval rather than bridge.</a:t>
            </a:r>
          </a:p>
          <a:p>
            <a:r>
              <a:rPr lang="en-US" dirty="0"/>
              <a:t>So the result is less exciting in one sense, but much more defensible scientifically. </a:t>
            </a:r>
          </a:p>
        </p:txBody>
      </p:sp>
      <p:sp>
        <p:nvSpPr>
          <p:cNvPr id="4" name="Slide Number Placeholder 3"/>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was the most important methodological step in the whole project.</a:t>
            </a:r>
          </a:p>
          <a:p>
            <a:r>
              <a:rPr lang="en-US" dirty="0"/>
              <a:t>I separated validation from test, so model selection happened on validation only and test was kept for final reporting. I also introduced harder method-independent subsets like </a:t>
            </a:r>
            <a:r>
              <a:rPr lang="en-US" sz="1200" kern="1200" dirty="0" err="1">
                <a:solidFill>
                  <a:schemeClr val="tx1"/>
                </a:solidFill>
                <a:latin typeface="+mn-lt"/>
                <a:ea typeface="+mn-ea"/>
                <a:cs typeface="+mn-cs"/>
              </a:rPr>
              <a:t>skip_local</a:t>
            </a:r>
            <a:r>
              <a:rPr lang="en-US" dirty="0"/>
              <a:t>, </a:t>
            </a:r>
            <a:r>
              <a:rPr lang="en-US" sz="1200" kern="1200" dirty="0" err="1">
                <a:solidFill>
                  <a:schemeClr val="tx1"/>
                </a:solidFill>
                <a:latin typeface="+mn-lt"/>
                <a:ea typeface="+mn-ea"/>
                <a:cs typeface="+mn-cs"/>
              </a:rPr>
              <a:t>multi_span</a:t>
            </a:r>
            <a:r>
              <a:rPr lang="en-US" dirty="0"/>
              <a:t>, and </a:t>
            </a:r>
            <a:r>
              <a:rPr lang="en-US" sz="1200" kern="1200" dirty="0" err="1">
                <a:solidFill>
                  <a:schemeClr val="tx1"/>
                </a:solidFill>
                <a:latin typeface="+mn-lt"/>
                <a:ea typeface="+mn-ea"/>
                <a:cs typeface="+mn-cs"/>
              </a:rPr>
              <a:t>float_table</a:t>
            </a:r>
            <a:r>
              <a:rPr lang="en-US" dirty="0"/>
              <a:t>, and I changed the main retrieval metrics to evidence hit and evidence coverage.</a:t>
            </a:r>
          </a:p>
          <a:p>
            <a:r>
              <a:rPr lang="en-US" dirty="0"/>
              <a:t>That mattered because these metrics directly measure whether the retriever found the gold supporting evidence, which is really the core issue here.</a:t>
            </a:r>
          </a:p>
          <a:p>
            <a:r>
              <a:rPr lang="en-US" dirty="0"/>
              <a:t>So this is the point where the project became much more trustworthy than the earlier exploratory version.</a:t>
            </a:r>
          </a:p>
        </p:txBody>
      </p:sp>
      <p:sp>
        <p:nvSpPr>
          <p:cNvPr id="4" name="Slide Number Placeholder 3"/>
          <p:cNvSpPr>
            <a:spLocks noGrp="1"/>
          </p:cNvSpPr>
          <p:nvPr>
            <p:ph type="sldNum" sz="quarter" idx="4294967295"/>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the protocol reset, the main comparison was between a strong flat hybrid retriever, the bridge-family methods, and a fixed chunk control.</a:t>
            </a:r>
          </a:p>
          <a:p>
            <a:r>
              <a:rPr lang="en-US" dirty="0"/>
              <a:t>I also ran two supporting studies. One was a structure-aware representation study, where I added things like captions, float-like units, and inline references. The other was an answer-evaluation layer with a local QA reader.</a:t>
            </a:r>
          </a:p>
          <a:p>
            <a:r>
              <a:rPr lang="en-US" dirty="0"/>
              <a:t>Those supporting studies were useful for interpretation, but the main model-selection question was still really flat versus bridge. </a:t>
            </a:r>
          </a:p>
        </p:txBody>
      </p:sp>
      <p:sp>
        <p:nvSpPr>
          <p:cNvPr id="4" name="Slide Number Placeholder 3"/>
          <p:cNvSpPr>
            <a:spLocks noGrp="1"/>
          </p:cNvSpPr>
          <p:nvPr>
            <p:ph type="sldNum" sz="quarter" idx="4294967295"/>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the main turning point in the project.</a:t>
            </a:r>
          </a:p>
          <a:p>
            <a:r>
              <a:rPr lang="en-US" dirty="0"/>
              <a:t>Under the cleaned validation protocol, </a:t>
            </a:r>
            <a:r>
              <a:rPr lang="en-US" sz="1200" kern="1200" dirty="0" err="1">
                <a:solidFill>
                  <a:schemeClr val="tx1"/>
                </a:solidFill>
                <a:latin typeface="+mn-lt"/>
                <a:ea typeface="+mn-ea"/>
                <a:cs typeface="+mn-cs"/>
              </a:rPr>
              <a:t>flat_hybrid_current</a:t>
            </a:r>
            <a:r>
              <a:rPr lang="en-US" dirty="0"/>
              <a:t> beat </a:t>
            </a:r>
            <a:r>
              <a:rPr lang="en-US" sz="1200" kern="1200" dirty="0" err="1">
                <a:solidFill>
                  <a:schemeClr val="tx1"/>
                </a:solidFill>
                <a:latin typeface="+mn-lt"/>
                <a:ea typeface="+mn-ea"/>
                <a:cs typeface="+mn-cs"/>
              </a:rPr>
              <a:t>bridge_final_current</a:t>
            </a:r>
            <a:r>
              <a:rPr lang="en-US" dirty="0"/>
              <a:t> on the primary retrieval metrics. Flat reached an evidence hit of </a:t>
            </a:r>
            <a:r>
              <a:rPr lang="en-US" b="1" dirty="0"/>
              <a:t>0.8617</a:t>
            </a:r>
            <a:r>
              <a:rPr lang="en-US" dirty="0"/>
              <a:t> and evidence coverage of </a:t>
            </a:r>
            <a:r>
              <a:rPr lang="en-US" b="1" dirty="0"/>
              <a:t>0.7833</a:t>
            </a:r>
            <a:r>
              <a:rPr lang="en-US" dirty="0"/>
              <a:t>, while bridge final reached </a:t>
            </a:r>
            <a:r>
              <a:rPr lang="en-US" b="1" dirty="0"/>
              <a:t>0.8438</a:t>
            </a:r>
            <a:r>
              <a:rPr lang="en-US" dirty="0"/>
              <a:t> and </a:t>
            </a:r>
            <a:r>
              <a:rPr lang="en-US" b="1" dirty="0"/>
              <a:t>0.7567</a:t>
            </a:r>
            <a:r>
              <a:rPr lang="en-US" dirty="0"/>
              <a:t>. So the flat model was ahead by about </a:t>
            </a:r>
            <a:r>
              <a:rPr lang="en-US" b="1" dirty="0"/>
              <a:t>0.018</a:t>
            </a:r>
            <a:r>
              <a:rPr lang="en-US" dirty="0"/>
              <a:t> on hit and </a:t>
            </a:r>
            <a:r>
              <a:rPr lang="en-US" b="1" dirty="0"/>
              <a:t>0.027</a:t>
            </a:r>
            <a:r>
              <a:rPr lang="en-US" dirty="0"/>
              <a:t> on coverage.</a:t>
            </a:r>
          </a:p>
          <a:p>
            <a:r>
              <a:rPr lang="en-US" dirty="0"/>
              <a:t>Even the secondary answer metrics moved in the same direction. Flat had validation </a:t>
            </a:r>
            <a:r>
              <a:rPr lang="en-US" b="1" dirty="0"/>
              <a:t>F1 = 0.2503</a:t>
            </a:r>
            <a:r>
              <a:rPr lang="en-US" dirty="0"/>
              <a:t>, compared with </a:t>
            </a:r>
            <a:r>
              <a:rPr lang="en-US" b="1" dirty="0"/>
              <a:t>0.1659</a:t>
            </a:r>
            <a:r>
              <a:rPr lang="en-US" dirty="0"/>
              <a:t> for bridge final, and the empty prediction rate was much lower for flat, about </a:t>
            </a:r>
            <a:r>
              <a:rPr lang="en-US" b="1" dirty="0"/>
              <a:t>27%</a:t>
            </a:r>
            <a:r>
              <a:rPr lang="en-US" dirty="0"/>
              <a:t> versus </a:t>
            </a:r>
            <a:r>
              <a:rPr lang="en-US" b="1" dirty="0"/>
              <a:t>46.3%</a:t>
            </a:r>
            <a:r>
              <a:rPr lang="en-US" dirty="0"/>
              <a:t> for bridge.</a:t>
            </a:r>
          </a:p>
          <a:p>
            <a:r>
              <a:rPr lang="en-US" dirty="0"/>
              <a:t>So once the evaluation became cleaner, the best-performing method was no longer bridge, it was flat</a:t>
            </a:r>
          </a:p>
        </p:txBody>
      </p:sp>
      <p:sp>
        <p:nvSpPr>
          <p:cNvPr id="4" name="Slide Number Placeholder 3"/>
          <p:cNvSpPr>
            <a:spLocks noGrp="1"/>
          </p:cNvSpPr>
          <p:nvPr>
            <p:ph type="sldNum" sz="quarter" idx="4294967295"/>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At that point, the obvious objection was: maybe bridge only lost because it started from weaker seeds.</a:t>
            </a:r>
          </a:p>
          <a:p>
            <a:r>
              <a:rPr lang="en-US" dirty="0"/>
              <a:t>And that was actually a real concern, because the original bridge seed hit was only </a:t>
            </a:r>
            <a:r>
              <a:rPr lang="en-US" b="1" dirty="0"/>
              <a:t>0.7741</a:t>
            </a:r>
            <a:r>
              <a:rPr lang="en-US" dirty="0"/>
              <a:t>, while flat’s seed hit was </a:t>
            </a:r>
            <a:r>
              <a:rPr lang="en-US" b="1" dirty="0"/>
              <a:t>0.8617</a:t>
            </a:r>
            <a:r>
              <a:rPr lang="en-US" dirty="0"/>
              <a:t>.</a:t>
            </a:r>
          </a:p>
          <a:p>
            <a:r>
              <a:rPr lang="en-US" dirty="0"/>
              <a:t>So in Bucket 4.5 I tested that directly. I forced bridge to use the exact same flat seed stage. That completely repaired the seed fairness issue, because the repaired bridge variants now had the same seed hit as flat: </a:t>
            </a:r>
            <a:r>
              <a:rPr lang="en-US" b="1" dirty="0"/>
              <a:t>0.8617</a:t>
            </a:r>
            <a:r>
              <a:rPr lang="en-US" dirty="0"/>
              <a:t>.</a:t>
            </a:r>
          </a:p>
          <a:p>
            <a:r>
              <a:rPr lang="en-US" dirty="0"/>
              <a:t>But even after doing that, bridge still didn’t beat flat. The repaired always-on bridge got </a:t>
            </a:r>
            <a:r>
              <a:rPr lang="en-US" b="1" dirty="0"/>
              <a:t>0.8418</a:t>
            </a:r>
            <a:r>
              <a:rPr lang="en-US" dirty="0"/>
              <a:t> evidence hit and </a:t>
            </a:r>
            <a:r>
              <a:rPr lang="en-US" b="1" dirty="0"/>
              <a:t>0.7647</a:t>
            </a:r>
            <a:r>
              <a:rPr lang="en-US" dirty="0"/>
              <a:t> coverage, and the selective version got </a:t>
            </a:r>
            <a:r>
              <a:rPr lang="en-US" b="1" dirty="0"/>
              <a:t>0.8398</a:t>
            </a:r>
            <a:r>
              <a:rPr lang="en-US" dirty="0"/>
              <a:t> hit and </a:t>
            </a:r>
            <a:r>
              <a:rPr lang="en-US" b="1" dirty="0"/>
              <a:t>0.7627</a:t>
            </a:r>
            <a:r>
              <a:rPr lang="en-US" dirty="0"/>
              <a:t> coverage. So repairing the seeds improved fairness, but it still did not overturn the flat winner.</a:t>
            </a:r>
          </a:p>
          <a:p>
            <a:r>
              <a:rPr lang="en-US" dirty="0"/>
              <a:t>That’s important because it rules out the easy explanation that bridge only lost because it was handicapped upstream.</a:t>
            </a:r>
          </a:p>
        </p:txBody>
      </p:sp>
      <p:sp>
        <p:nvSpPr>
          <p:cNvPr id="4" name="Slide Number Placeholder 3"/>
          <p:cNvSpPr>
            <a:spLocks noGrp="1"/>
          </p:cNvSpPr>
          <p:nvPr>
            <p:ph type="sldNum" sz="quarter" idx="4294967295"/>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that, I locked the final model and ran the held-out test comparison.</a:t>
            </a:r>
          </a:p>
          <a:p>
            <a:r>
              <a:rPr lang="en-US" dirty="0"/>
              <a:t>The same conclusion held on test. </a:t>
            </a:r>
            <a:r>
              <a:rPr lang="en-US" sz="1200" kern="1200" dirty="0" err="1">
                <a:solidFill>
                  <a:schemeClr val="tx1"/>
                </a:solidFill>
                <a:latin typeface="+mn-lt"/>
                <a:ea typeface="+mn-ea"/>
                <a:cs typeface="+mn-cs"/>
              </a:rPr>
              <a:t>flat_hybrid_current</a:t>
            </a:r>
            <a:r>
              <a:rPr lang="en-US" dirty="0"/>
              <a:t> reached </a:t>
            </a:r>
            <a:r>
              <a:rPr lang="en-US" b="1" dirty="0"/>
              <a:t>0.8890</a:t>
            </a:r>
            <a:r>
              <a:rPr lang="en-US" dirty="0"/>
              <a:t> evidence hit and </a:t>
            </a:r>
            <a:r>
              <a:rPr lang="en-US" b="1" dirty="0"/>
              <a:t>0.7862</a:t>
            </a:r>
            <a:r>
              <a:rPr lang="en-US" dirty="0"/>
              <a:t> evidence coverage, while </a:t>
            </a:r>
            <a:r>
              <a:rPr lang="en-US" sz="1200" kern="1200" dirty="0" err="1">
                <a:solidFill>
                  <a:schemeClr val="tx1"/>
                </a:solidFill>
                <a:latin typeface="+mn-lt"/>
                <a:ea typeface="+mn-ea"/>
                <a:cs typeface="+mn-cs"/>
              </a:rPr>
              <a:t>bridge_final_current</a:t>
            </a:r>
            <a:r>
              <a:rPr lang="en-US" dirty="0"/>
              <a:t> reached </a:t>
            </a:r>
            <a:r>
              <a:rPr lang="en-US" b="1" dirty="0"/>
              <a:t>0.8739</a:t>
            </a:r>
            <a:r>
              <a:rPr lang="en-US" dirty="0"/>
              <a:t> and </a:t>
            </a:r>
            <a:r>
              <a:rPr lang="en-US" b="1" dirty="0"/>
              <a:t>0.7690</a:t>
            </a:r>
            <a:r>
              <a:rPr lang="en-US" dirty="0"/>
              <a:t>. So flat still stayed ahead on the primary retrieval story.</a:t>
            </a:r>
          </a:p>
          <a:p>
            <a:r>
              <a:rPr lang="en-US" dirty="0"/>
              <a:t>The secondary answer metrics also supported that direction. On test, flat had </a:t>
            </a:r>
            <a:r>
              <a:rPr lang="en-US" b="1" dirty="0"/>
              <a:t>EM = 0.2074</a:t>
            </a:r>
            <a:r>
              <a:rPr lang="en-US" dirty="0"/>
              <a:t> and </a:t>
            </a:r>
            <a:r>
              <a:rPr lang="en-US" b="1" dirty="0"/>
              <a:t>F1 = 0.3022</a:t>
            </a:r>
            <a:r>
              <a:rPr lang="en-US" dirty="0"/>
              <a:t>, while bridge had </a:t>
            </a:r>
            <a:r>
              <a:rPr lang="en-US" b="1" dirty="0"/>
              <a:t>EM = 0.1992</a:t>
            </a:r>
            <a:r>
              <a:rPr lang="en-US" dirty="0"/>
              <a:t> and </a:t>
            </a:r>
            <a:r>
              <a:rPr lang="en-US" b="1" dirty="0"/>
              <a:t>F1 = 0.2343</a:t>
            </a:r>
            <a:r>
              <a:rPr lang="en-US" dirty="0"/>
              <a:t>. The empty prediction rate also stayed much lower for flat: </a:t>
            </a:r>
            <a:r>
              <a:rPr lang="en-US" b="1" dirty="0"/>
              <a:t>0.2419</a:t>
            </a:r>
            <a:r>
              <a:rPr lang="en-US" dirty="0"/>
              <a:t> versus </a:t>
            </a:r>
            <a:r>
              <a:rPr lang="en-US" b="1" dirty="0"/>
              <a:t>0.4431</a:t>
            </a:r>
            <a:r>
              <a:rPr lang="en-US" dirty="0"/>
              <a:t>.</a:t>
            </a:r>
          </a:p>
          <a:p>
            <a:r>
              <a:rPr lang="en-US" dirty="0"/>
              <a:t>So the validation winner stayed the winner on held-out test.</a:t>
            </a:r>
          </a:p>
        </p:txBody>
      </p:sp>
      <p:sp>
        <p:nvSpPr>
          <p:cNvPr id="4" name="Slide Number Placeholder 3"/>
          <p:cNvSpPr>
            <a:spLocks noGrp="1"/>
          </p:cNvSpPr>
          <p:nvPr>
            <p:ph type="sldNum" sz="quarter" idx="4294967295"/>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 also wanted to check where the model was still struggling.</a:t>
            </a:r>
          </a:p>
          <a:p>
            <a:r>
              <a:rPr lang="en-US" dirty="0"/>
              <a:t>On the hardest subsets, flat was still generally stronger than bridge. On </a:t>
            </a:r>
            <a:r>
              <a:rPr lang="en-US" sz="1200" kern="1200" dirty="0" err="1">
                <a:solidFill>
                  <a:schemeClr val="tx1"/>
                </a:solidFill>
                <a:latin typeface="+mn-lt"/>
                <a:ea typeface="+mn-ea"/>
                <a:cs typeface="+mn-cs"/>
              </a:rPr>
              <a:t>skip_local</a:t>
            </a:r>
            <a:r>
              <a:rPr lang="en-US" dirty="0"/>
              <a:t>, flat had </a:t>
            </a:r>
            <a:r>
              <a:rPr lang="en-US" b="1" dirty="0"/>
              <a:t>0.9904</a:t>
            </a:r>
            <a:r>
              <a:rPr lang="en-US" dirty="0"/>
              <a:t> retrieval hit and </a:t>
            </a:r>
            <a:r>
              <a:rPr lang="en-US" b="1" dirty="0"/>
              <a:t>0.3013</a:t>
            </a:r>
            <a:r>
              <a:rPr lang="en-US" dirty="0"/>
              <a:t> answer F1, compared with </a:t>
            </a:r>
            <a:r>
              <a:rPr lang="en-US" b="1" dirty="0"/>
              <a:t>0.9840</a:t>
            </a:r>
            <a:r>
              <a:rPr lang="en-US" dirty="0"/>
              <a:t> and </a:t>
            </a:r>
            <a:r>
              <a:rPr lang="en-US" b="1" dirty="0"/>
              <a:t>0.2261</a:t>
            </a:r>
            <a:r>
              <a:rPr lang="en-US" dirty="0"/>
              <a:t> for bridge. On </a:t>
            </a:r>
            <a:r>
              <a:rPr lang="en-US" sz="1200" kern="1200" dirty="0" err="1">
                <a:solidFill>
                  <a:schemeClr val="tx1"/>
                </a:solidFill>
                <a:latin typeface="+mn-lt"/>
                <a:ea typeface="+mn-ea"/>
                <a:cs typeface="+mn-cs"/>
              </a:rPr>
              <a:t>multi_span</a:t>
            </a:r>
            <a:r>
              <a:rPr lang="en-US" dirty="0"/>
              <a:t>, both methods had the same retrieval hit of </a:t>
            </a:r>
            <a:r>
              <a:rPr lang="en-US" b="1" dirty="0"/>
              <a:t>0.9891</a:t>
            </a:r>
            <a:r>
              <a:rPr lang="en-US" dirty="0"/>
              <a:t>, but flat still had a much higher F1: </a:t>
            </a:r>
            <a:r>
              <a:rPr lang="en-US" b="1" dirty="0"/>
              <a:t>0.2971</a:t>
            </a:r>
            <a:r>
              <a:rPr lang="en-US" dirty="0"/>
              <a:t> versus </a:t>
            </a:r>
            <a:r>
              <a:rPr lang="en-US" b="1" dirty="0"/>
              <a:t>0.2248</a:t>
            </a:r>
            <a:r>
              <a:rPr lang="en-US" dirty="0"/>
              <a:t>. And on </a:t>
            </a:r>
            <a:r>
              <a:rPr lang="en-US" sz="1200" kern="1200" dirty="0" err="1">
                <a:solidFill>
                  <a:schemeClr val="tx1"/>
                </a:solidFill>
                <a:latin typeface="+mn-lt"/>
                <a:ea typeface="+mn-ea"/>
                <a:cs typeface="+mn-cs"/>
              </a:rPr>
              <a:t>float_table</a:t>
            </a:r>
            <a:r>
              <a:rPr lang="en-US" dirty="0"/>
              <a:t>, flat had </a:t>
            </a:r>
            <a:r>
              <a:rPr lang="en-US" b="1" dirty="0"/>
              <a:t>0.9443</a:t>
            </a:r>
            <a:r>
              <a:rPr lang="en-US" dirty="0"/>
              <a:t> retrieval hit and </a:t>
            </a:r>
            <a:r>
              <a:rPr lang="en-US" b="1" dirty="0"/>
              <a:t>0.2764</a:t>
            </a:r>
            <a:r>
              <a:rPr lang="en-US" dirty="0"/>
              <a:t> F1, while bridge had </a:t>
            </a:r>
            <a:r>
              <a:rPr lang="en-US" b="1" dirty="0"/>
              <a:t>0.9319</a:t>
            </a:r>
            <a:r>
              <a:rPr lang="en-US" dirty="0"/>
              <a:t> and </a:t>
            </a:r>
            <a:r>
              <a:rPr lang="en-US" b="1" dirty="0"/>
              <a:t>0.1903</a:t>
            </a:r>
            <a:r>
              <a:rPr lang="en-US" dirty="0"/>
              <a:t>.</a:t>
            </a:r>
          </a:p>
          <a:p>
            <a:r>
              <a:rPr lang="en-US" dirty="0"/>
              <a:t>At the same time, this is also where I’d be honest about the limitations. The local QA reader was still imperfect, so answer metrics stayed secondary. Structure-aware representation helped some hard cases, but it didn’t become the default winner. Float and table retrieval are still difficult. And </a:t>
            </a:r>
            <a:r>
              <a:rPr lang="en-US" dirty="0" err="1"/>
              <a:t>FinanceBench</a:t>
            </a:r>
            <a:r>
              <a:rPr lang="en-US" dirty="0"/>
              <a:t> was not completed.</a:t>
            </a:r>
          </a:p>
        </p:txBody>
      </p:sp>
      <p:sp>
        <p:nvSpPr>
          <p:cNvPr id="4" name="Slide Number Placeholder 3"/>
          <p:cNvSpPr>
            <a:spLocks noGrp="1"/>
          </p:cNvSpPr>
          <p:nvPr>
            <p:ph type="sldNum" sz="quarter" idx="4294967295"/>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main takeaway is that cleaning up the evaluation protocol actually changed the conclusion.</a:t>
            </a:r>
          </a:p>
          <a:p>
            <a:r>
              <a:rPr lang="en-US" dirty="0"/>
              <a:t>I started with a bridge-expansion hypothesis, but once the setup became more rigorous, the best-performing method in this project was a flat hybrid retriever.</a:t>
            </a:r>
          </a:p>
          <a:p>
            <a:r>
              <a:rPr lang="en-US" dirty="0"/>
              <a:t>The bridge-repair study was still very valuable, because it showed that weak bridge seeds were a real fairness issue, but also showed that fixing that issue still did not make bridge the winner.</a:t>
            </a:r>
          </a:p>
          <a:p>
            <a:r>
              <a:rPr lang="en-US" dirty="0"/>
              <a:t>And the remaining weaknesses are mostly around partial evidence recovery, multi-span and float-table cases, and the answer layer itself.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4A6FA5">
              <a:alpha val="30000"/>
            </a:srgbClr>
          </a:solidFill>
          <a:ln/>
        </p:spPr>
        <p:txBody>
          <a:bodyPr/>
          <a:lstStyle/>
          <a:p>
            <a:endParaRPr lang="en-US"/>
          </a:p>
        </p:txBody>
      </p:sp>
      <p:sp>
        <p:nvSpPr>
          <p:cNvPr id="3" name="Shape 1"/>
          <p:cNvSpPr/>
          <p:nvPr/>
        </p:nvSpPr>
        <p:spPr>
          <a:xfrm>
            <a:off x="7772400" y="3200400"/>
            <a:ext cx="2743200" cy="2743200"/>
          </a:xfrm>
          <a:prstGeom prst="ellipse">
            <a:avLst/>
          </a:prstGeom>
          <a:solidFill>
            <a:srgbClr val="CADCFC">
              <a:alpha val="20000"/>
            </a:srgbClr>
          </a:solidFill>
          <a:ln/>
        </p:spPr>
        <p:txBody>
          <a:bodyPr/>
          <a:lstStyle/>
          <a:p>
            <a:endParaRPr lang="en-US"/>
          </a:p>
        </p:txBody>
      </p:sp>
      <p:sp>
        <p:nvSpPr>
          <p:cNvPr id="4" name="Text 2"/>
          <p:cNvSpPr/>
          <p:nvPr/>
        </p:nvSpPr>
        <p:spPr>
          <a:xfrm>
            <a:off x="731520" y="1097280"/>
            <a:ext cx="7315200" cy="20116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Local Structure-Preserving</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Bridge for Long-Document RAG</a:t>
            </a:r>
            <a:endParaRPr lang="en-US" sz="3400" dirty="0"/>
          </a:p>
        </p:txBody>
      </p:sp>
      <p:sp>
        <p:nvSpPr>
          <p:cNvPr id="5" name="Shape 3"/>
          <p:cNvSpPr/>
          <p:nvPr/>
        </p:nvSpPr>
        <p:spPr>
          <a:xfrm>
            <a:off x="731520" y="3246120"/>
            <a:ext cx="2286000" cy="0"/>
          </a:xfrm>
          <a:prstGeom prst="line">
            <a:avLst/>
          </a:prstGeom>
          <a:noFill/>
          <a:ln w="31750">
            <a:solidFill>
              <a:srgbClr val="CADCFC"/>
            </a:solidFill>
            <a:prstDash val="solid"/>
          </a:ln>
        </p:spPr>
        <p:txBody>
          <a:bodyPr/>
          <a:lstStyle/>
          <a:p>
            <a:endParaRPr lang="en-US"/>
          </a:p>
        </p:txBody>
      </p:sp>
      <p:sp>
        <p:nvSpPr>
          <p:cNvPr id="6" name="Text 4"/>
          <p:cNvSpPr/>
          <p:nvPr/>
        </p:nvSpPr>
        <p:spPr>
          <a:xfrm>
            <a:off x="731520" y="3520440"/>
            <a:ext cx="6400800" cy="365760"/>
          </a:xfrm>
          <a:prstGeom prst="rect">
            <a:avLst/>
          </a:prstGeom>
          <a:noFill/>
          <a:ln/>
        </p:spPr>
        <p:txBody>
          <a:bodyPr wrap="square" lIns="0" tIns="0" rIns="0" bIns="0" rtlCol="0" anchor="ctr"/>
          <a:lstStyle/>
          <a:p>
            <a:pPr marL="0" indent="0">
              <a:buNone/>
            </a:pPr>
            <a:r>
              <a:rPr lang="en-US" sz="1800">
                <a:solidFill>
                  <a:srgbClr val="CADCFC"/>
                </a:solidFill>
                <a:latin typeface="Calibri" pitchFamily="34" charset="0"/>
                <a:ea typeface="Calibri" pitchFamily="34" charset="-122"/>
                <a:cs typeface="Calibri" pitchFamily="34" charset="-120"/>
              </a:rPr>
              <a:t>By: Naman Saboo</a:t>
            </a:r>
            <a:endParaRPr lang="en-US" sz="1800"/>
          </a:p>
        </p:txBody>
      </p:sp>
      <p:sp>
        <p:nvSpPr>
          <p:cNvPr id="7" name="Text 5"/>
          <p:cNvSpPr/>
          <p:nvPr/>
        </p:nvSpPr>
        <p:spPr>
          <a:xfrm>
            <a:off x="731520" y="3977640"/>
            <a:ext cx="2743200" cy="320040"/>
          </a:xfrm>
          <a:prstGeom prst="rect">
            <a:avLst/>
          </a:prstGeom>
          <a:noFill/>
          <a:ln/>
        </p:spPr>
        <p:txBody>
          <a:bodyPr wrap="square" lIns="0" tIns="0" rIns="0" bIns="0" rtlCol="0" anchor="ctr"/>
          <a:lstStyle/>
          <a:p>
            <a:pPr marL="0" indent="0">
              <a:buNone/>
            </a:pPr>
            <a:r>
              <a:rPr lang="en-US" sz="1800" i="1">
                <a:solidFill>
                  <a:srgbClr val="CADCFC"/>
                </a:solidFill>
                <a:latin typeface="Calibri" pitchFamily="34" charset="0"/>
                <a:ea typeface="Calibri" pitchFamily="34" charset="-122"/>
                <a:cs typeface="Calibri" pitchFamily="34" charset="-120"/>
              </a:rPr>
              <a:t>April 2026</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02</a:t>
            </a:r>
            <a:endParaRPr lang="en-US" sz="1800"/>
          </a:p>
        </p:txBody>
      </p:sp>
      <p:sp>
        <p:nvSpPr>
          <p:cNvPr id="3" name="Text 1"/>
          <p:cNvSpPr/>
          <p:nvPr/>
        </p:nvSpPr>
        <p:spPr>
          <a:xfrm>
            <a:off x="640080" y="365760"/>
            <a:ext cx="73152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Problem &amp; Motivation</a:t>
            </a:r>
            <a:endParaRPr lang="en-US" sz="3000" dirty="0"/>
          </a:p>
        </p:txBody>
      </p:sp>
      <p:sp>
        <p:nvSpPr>
          <p:cNvPr id="4" name="Shape 2"/>
          <p:cNvSpPr/>
          <p:nvPr/>
        </p:nvSpPr>
        <p:spPr>
          <a:xfrm>
            <a:off x="640080" y="1188720"/>
            <a:ext cx="374904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640080" y="1188720"/>
            <a:ext cx="3749040" cy="54864"/>
          </a:xfrm>
          <a:prstGeom prst="rect">
            <a:avLst/>
          </a:prstGeom>
          <a:solidFill>
            <a:srgbClr val="4A6FA5"/>
          </a:solidFill>
          <a:ln/>
        </p:spPr>
        <p:txBody>
          <a:bodyPr/>
          <a:lstStyle/>
          <a:p>
            <a:endParaRPr lang="en-US"/>
          </a:p>
        </p:txBody>
      </p:sp>
      <p:sp>
        <p:nvSpPr>
          <p:cNvPr id="6" name="Text 4"/>
          <p:cNvSpPr/>
          <p:nvPr/>
        </p:nvSpPr>
        <p:spPr>
          <a:xfrm>
            <a:off x="914400" y="1371600"/>
            <a:ext cx="3200400" cy="36576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The Core Problem</a:t>
            </a:r>
            <a:endParaRPr lang="en-US" sz="1800"/>
          </a:p>
        </p:txBody>
      </p:sp>
      <p:sp>
        <p:nvSpPr>
          <p:cNvPr id="7" name="Text 5"/>
          <p:cNvSpPr/>
          <p:nvPr/>
        </p:nvSpPr>
        <p:spPr>
          <a:xfrm>
            <a:off x="914399" y="1828800"/>
            <a:ext cx="3566161" cy="1920240"/>
          </a:xfrm>
          <a:prstGeom prst="rect">
            <a:avLst/>
          </a:prstGeom>
          <a:noFill/>
          <a:ln/>
        </p:spPr>
        <p:txBody>
          <a:bodyPr wrap="square" lIns="0" tIns="0" rIns="0" bIns="0" rtlCol="0" anchor="t"/>
          <a:lstStyle/>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Standard RAG treats chunks as independent retrieval units</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In long documents, local structure breaks and nearby related evidence gets separated</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This hurts retrieval on multi-part, non-local questions</a:t>
            </a:r>
            <a:endParaRPr lang="en-US" sz="1800" dirty="0"/>
          </a:p>
        </p:txBody>
      </p:sp>
      <p:sp>
        <p:nvSpPr>
          <p:cNvPr id="8" name="Shape 6"/>
          <p:cNvSpPr/>
          <p:nvPr/>
        </p:nvSpPr>
        <p:spPr>
          <a:xfrm>
            <a:off x="4754880" y="1188720"/>
            <a:ext cx="374904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Shape 7"/>
          <p:cNvSpPr/>
          <p:nvPr/>
        </p:nvSpPr>
        <p:spPr>
          <a:xfrm>
            <a:off x="4754880" y="1188720"/>
            <a:ext cx="3749040" cy="54864"/>
          </a:xfrm>
          <a:prstGeom prst="rect">
            <a:avLst/>
          </a:prstGeom>
          <a:solidFill>
            <a:srgbClr val="CADCFC"/>
          </a:solidFill>
          <a:ln/>
        </p:spPr>
        <p:txBody>
          <a:bodyPr/>
          <a:lstStyle/>
          <a:p>
            <a:endParaRPr lang="en-US"/>
          </a:p>
        </p:txBody>
      </p:sp>
      <p:sp>
        <p:nvSpPr>
          <p:cNvPr id="10" name="Text 8"/>
          <p:cNvSpPr/>
          <p:nvPr/>
        </p:nvSpPr>
        <p:spPr>
          <a:xfrm>
            <a:off x="5029200" y="1371600"/>
            <a:ext cx="3200400" cy="36576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Original Hypothesis</a:t>
            </a:r>
            <a:endParaRPr lang="en-US" sz="1800"/>
          </a:p>
        </p:txBody>
      </p:sp>
      <p:sp>
        <p:nvSpPr>
          <p:cNvPr id="11" name="Text 9"/>
          <p:cNvSpPr/>
          <p:nvPr/>
        </p:nvSpPr>
        <p:spPr>
          <a:xfrm>
            <a:off x="5029200" y="1828800"/>
            <a:ext cx="3200400" cy="1920240"/>
          </a:xfrm>
          <a:prstGeom prst="rect">
            <a:avLst/>
          </a:prstGeom>
          <a:noFill/>
          <a:ln/>
        </p:spPr>
        <p:txBody>
          <a:bodyPr wrap="square" lIns="0" tIns="0" rIns="0" bIns="0" rtlCol="0" anchor="t"/>
          <a:lstStyle/>
          <a:p>
            <a:pPr marL="0" indent="0">
              <a:buNone/>
            </a:pPr>
            <a:r>
              <a:rPr lang="en-US" sz="1800" dirty="0">
                <a:solidFill>
                  <a:srgbClr val="1A1A2E"/>
                </a:solidFill>
                <a:latin typeface="Calibri" pitchFamily="34" charset="0"/>
                <a:ea typeface="Calibri" pitchFamily="34" charset="-122"/>
                <a:cs typeface="Calibri" pitchFamily="34" charset="-120"/>
              </a:rPr>
              <a:t>A local bridge that reattaches nearby context could close the gap without full graph retrieval.</a:t>
            </a:r>
            <a:endParaRPr lang="en-US" sz="1800" dirty="0"/>
          </a:p>
        </p:txBody>
      </p:sp>
      <p:sp>
        <p:nvSpPr>
          <p:cNvPr id="12" name="Shape 10"/>
          <p:cNvSpPr/>
          <p:nvPr/>
        </p:nvSpPr>
        <p:spPr>
          <a:xfrm>
            <a:off x="640080" y="4114800"/>
            <a:ext cx="7863840" cy="640080"/>
          </a:xfrm>
          <a:prstGeom prst="rect">
            <a:avLst/>
          </a:prstGeom>
          <a:solidFill>
            <a:srgbClr val="1E2761"/>
          </a:solidFill>
          <a:ln/>
        </p:spPr>
        <p:txBody>
          <a:bodyPr/>
          <a:lstStyle/>
          <a:p>
            <a:endParaRPr lang="en-US"/>
          </a:p>
        </p:txBody>
      </p:sp>
      <p:sp>
        <p:nvSpPr>
          <p:cNvPr id="13" name="Text 11"/>
          <p:cNvSpPr/>
          <p:nvPr/>
        </p:nvSpPr>
        <p:spPr>
          <a:xfrm>
            <a:off x="914400" y="4160520"/>
            <a:ext cx="7315200" cy="548640"/>
          </a:xfrm>
          <a:prstGeom prst="rect">
            <a:avLst/>
          </a:prstGeom>
          <a:noFill/>
          <a:ln/>
        </p:spPr>
        <p:txBody>
          <a:bodyPr wrap="square" lIns="0" tIns="0" rIns="0" bIns="0" rtlCol="0" anchor="ctr"/>
          <a:lstStyle/>
          <a:p>
            <a:pPr marL="0" indent="0">
              <a:buNone/>
            </a:pPr>
            <a:r>
              <a:rPr lang="en-US" sz="1800">
                <a:solidFill>
                  <a:srgbClr val="FFFFFF"/>
                </a:solidFill>
                <a:latin typeface="Calibri" pitchFamily="34" charset="0"/>
                <a:ea typeface="Calibri" pitchFamily="34" charset="-122"/>
                <a:cs typeface="Calibri" pitchFamily="34" charset="-120"/>
              </a:rPr>
              <a:t>Benchmark: QASPER — multi-evidence questions over scientific papers</a:t>
            </a:r>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03</a:t>
            </a:r>
            <a:endParaRPr lang="en-US" sz="1800"/>
          </a:p>
        </p:txBody>
      </p:sp>
      <p:sp>
        <p:nvSpPr>
          <p:cNvPr id="3" name="Text 1"/>
          <p:cNvSpPr/>
          <p:nvPr/>
        </p:nvSpPr>
        <p:spPr>
          <a:xfrm>
            <a:off x="640080" y="365760"/>
            <a:ext cx="73152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What Changed from the Proposal</a:t>
            </a:r>
            <a:endParaRPr lang="en-US" sz="3000" dirty="0"/>
          </a:p>
        </p:txBody>
      </p:sp>
      <p:sp>
        <p:nvSpPr>
          <p:cNvPr id="5" name="Shape 3"/>
          <p:cNvSpPr/>
          <p:nvPr/>
        </p:nvSpPr>
        <p:spPr>
          <a:xfrm>
            <a:off x="640080" y="1188720"/>
            <a:ext cx="374904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20" name="Shape LeftAccent"/>
          <p:cNvSpPr/>
          <p:nvPr/>
        </p:nvSpPr>
        <p:spPr>
          <a:xfrm>
            <a:off x="640080" y="1188720"/>
            <a:ext cx="3749040" cy="54864"/>
          </a:xfrm>
          <a:prstGeom prst="rect">
            <a:avLst/>
          </a:prstGeom>
          <a:solidFill>
            <a:srgbClr val="4A6FA5"/>
          </a:solidFill>
          <a:ln/>
        </p:spPr>
        <p:txBody>
          <a:bodyPr/>
          <a:lstStyle/>
          <a:p>
            <a:endParaRPr lang="en-US"/>
          </a:p>
        </p:txBody>
      </p:sp>
      <p:sp>
        <p:nvSpPr>
          <p:cNvPr id="21" name="Shape RightAccent"/>
          <p:cNvSpPr/>
          <p:nvPr/>
        </p:nvSpPr>
        <p:spPr>
          <a:xfrm>
            <a:off x="4754880" y="1188720"/>
            <a:ext cx="3749040" cy="54864"/>
          </a:xfrm>
          <a:prstGeom prst="rect">
            <a:avLst/>
          </a:prstGeom>
          <a:solidFill>
            <a:srgbClr val="CADCFC"/>
          </a:solidFill>
          <a:ln/>
        </p:spPr>
        <p:txBody>
          <a:bodyPr/>
          <a:lstStyle/>
          <a:p>
            <a:endParaRPr lang="en-US"/>
          </a:p>
        </p:txBody>
      </p:sp>
      <p:sp>
        <p:nvSpPr>
          <p:cNvPr id="6" name="Text 4"/>
          <p:cNvSpPr/>
          <p:nvPr/>
        </p:nvSpPr>
        <p:spPr>
          <a:xfrm>
            <a:off x="914400" y="1371600"/>
            <a:ext cx="3200400" cy="36576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Originally Planned</a:t>
            </a:r>
            <a:endParaRPr lang="en-US" sz="1800" dirty="0">
              <a:solidFill>
                <a:schemeClr val="tx2"/>
              </a:solidFill>
            </a:endParaRPr>
          </a:p>
        </p:txBody>
      </p:sp>
      <p:sp>
        <p:nvSpPr>
          <p:cNvPr id="7" name="Text 5"/>
          <p:cNvSpPr/>
          <p:nvPr/>
        </p:nvSpPr>
        <p:spPr>
          <a:xfrm>
            <a:off x="914400" y="1828800"/>
            <a:ext cx="3474721" cy="1920240"/>
          </a:xfrm>
          <a:prstGeom prst="rect">
            <a:avLst/>
          </a:prstGeom>
          <a:noFill/>
          <a:ln/>
        </p:spPr>
        <p:txBody>
          <a:bodyPr wrap="square" lIns="0" tIns="0" rIns="0" bIns="0" rtlCol="0" anchor="t"/>
          <a:lstStyle/>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QASPER + </a:t>
            </a:r>
            <a:r>
              <a:rPr lang="en-US" sz="1800" dirty="0" err="1">
                <a:solidFill>
                  <a:srgbClr val="1A1A2E"/>
                </a:solidFill>
                <a:latin typeface="Calibri" pitchFamily="34" charset="0"/>
                <a:ea typeface="Calibri" pitchFamily="34" charset="-122"/>
                <a:cs typeface="Calibri" pitchFamily="34" charset="-120"/>
              </a:rPr>
              <a:t>FinanceBench</a:t>
            </a:r>
            <a:r>
              <a:rPr lang="en-US" sz="1800" dirty="0">
                <a:solidFill>
                  <a:srgbClr val="1A1A2E"/>
                </a:solidFill>
                <a:latin typeface="Calibri" pitchFamily="34" charset="0"/>
                <a:ea typeface="Calibri" pitchFamily="34" charset="-122"/>
                <a:cs typeface="Calibri" pitchFamily="34" charset="-120"/>
              </a:rPr>
              <a:t> datasets</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Fixed-size, paragraph, adjacency, and bridge chunk comparisons</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Retrieval + answer-level evaluation</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Bridge expected to outperform flat retrieval</a:t>
            </a:r>
            <a:endParaRPr lang="en-US" sz="1800" dirty="0"/>
          </a:p>
        </p:txBody>
      </p:sp>
      <p:sp>
        <p:nvSpPr>
          <p:cNvPr id="8" name="Shape 6"/>
          <p:cNvSpPr/>
          <p:nvPr/>
        </p:nvSpPr>
        <p:spPr>
          <a:xfrm>
            <a:off x="4754880" y="1188720"/>
            <a:ext cx="374904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Text 7"/>
          <p:cNvSpPr/>
          <p:nvPr/>
        </p:nvSpPr>
        <p:spPr>
          <a:xfrm>
            <a:off x="5029200" y="1371600"/>
            <a:ext cx="3200400" cy="36576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What Actually Happened</a:t>
            </a:r>
            <a:endParaRPr lang="en-US" sz="1800" dirty="0"/>
          </a:p>
        </p:txBody>
      </p:sp>
      <p:sp>
        <p:nvSpPr>
          <p:cNvPr id="10" name="Text 8"/>
          <p:cNvSpPr/>
          <p:nvPr/>
        </p:nvSpPr>
        <p:spPr>
          <a:xfrm>
            <a:off x="4925683" y="1828800"/>
            <a:ext cx="3578237" cy="1920240"/>
          </a:xfrm>
          <a:prstGeom prst="rect">
            <a:avLst/>
          </a:prstGeom>
          <a:noFill/>
          <a:ln/>
        </p:spPr>
        <p:txBody>
          <a:bodyPr wrap="square" lIns="0" tIns="0" rIns="0" bIns="0" rtlCol="0" anchor="t"/>
          <a:lstStyle/>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QASPER only; </a:t>
            </a:r>
            <a:r>
              <a:rPr lang="en-US" sz="1800" dirty="0" err="1">
                <a:solidFill>
                  <a:srgbClr val="1A1A2E"/>
                </a:solidFill>
                <a:latin typeface="Calibri" pitchFamily="34" charset="0"/>
                <a:ea typeface="Calibri" pitchFamily="34" charset="-122"/>
                <a:cs typeface="Calibri" pitchFamily="34" charset="-120"/>
              </a:rPr>
              <a:t>FinanceBench</a:t>
            </a:r>
            <a:r>
              <a:rPr lang="en-US" sz="1800" dirty="0">
                <a:solidFill>
                  <a:srgbClr val="1A1A2E"/>
                </a:solidFill>
                <a:latin typeface="Calibri" pitchFamily="34" charset="0"/>
                <a:ea typeface="Calibri" pitchFamily="34" charset="-122"/>
                <a:cs typeface="Calibri" pitchFamily="34" charset="-120"/>
              </a:rPr>
              <a:t> not completed</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Major evaluation protocol cleanup</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Answer eval remained secondary signal</a:t>
            </a:r>
            <a:endParaRPr lang="en-US" sz="1800" dirty="0"/>
          </a:p>
          <a:p>
            <a:pPr marL="342900" indent="-342900">
              <a:spcAft>
                <a:spcPts val="300"/>
              </a:spcAft>
              <a:buSzPct val="100000"/>
              <a:buChar char="•"/>
            </a:pPr>
            <a:r>
              <a:rPr lang="en-US" sz="1800" dirty="0">
                <a:solidFill>
                  <a:srgbClr val="1A1A2E"/>
                </a:solidFill>
                <a:latin typeface="Calibri" pitchFamily="34" charset="0"/>
                <a:ea typeface="Calibri" pitchFamily="34" charset="-122"/>
                <a:cs typeface="Calibri" pitchFamily="34" charset="-120"/>
              </a:rPr>
              <a:t>Flat hybrid retrieval won - bridge did not outperform</a:t>
            </a:r>
            <a:endParaRPr lang="en-US" sz="1800" dirty="0"/>
          </a:p>
        </p:txBody>
      </p:sp>
      <p:sp>
        <p:nvSpPr>
          <p:cNvPr id="22" name="Shape Bottom"/>
          <p:cNvSpPr/>
          <p:nvPr/>
        </p:nvSpPr>
        <p:spPr>
          <a:xfrm>
            <a:off x="640080" y="4114800"/>
            <a:ext cx="7863840" cy="640080"/>
          </a:xfrm>
          <a:prstGeom prst="rect">
            <a:avLst/>
          </a:prstGeom>
          <a:solidFill>
            <a:srgbClr val="1E2761"/>
          </a:solidFill>
          <a:ln/>
        </p:spPr>
        <p:txBody>
          <a:bodyPr/>
          <a:lstStyle/>
          <a:p>
            <a:endParaRPr lang="en-US"/>
          </a:p>
        </p:txBody>
      </p:sp>
      <p:sp>
        <p:nvSpPr>
          <p:cNvPr id="11" name="Text 9"/>
          <p:cNvSpPr/>
          <p:nvPr/>
        </p:nvSpPr>
        <p:spPr>
          <a:xfrm>
            <a:off x="914400" y="4160520"/>
            <a:ext cx="7315200" cy="548640"/>
          </a:xfrm>
          <a:prstGeom prst="rect">
            <a:avLst/>
          </a:prstGeom>
          <a:noFill/>
          <a:ln/>
        </p:spPr>
        <p:txBody>
          <a:bodyPr wrap="square" lIns="0" tIns="0" rIns="0" bIns="0" rtlCol="0" anchor="ctr"/>
          <a:lstStyle/>
          <a:p>
            <a:pPr marL="0" indent="0">
              <a:buNone/>
            </a:pPr>
            <a:r>
              <a:rPr lang="en-US" sz="1800">
                <a:solidFill>
                  <a:srgbClr val="FFFFFF"/>
                </a:solidFill>
                <a:latin typeface="Calibri" pitchFamily="34" charset="0"/>
                <a:ea typeface="Calibri" pitchFamily="34" charset="-122"/>
                <a:cs typeface="Calibri" pitchFamily="34" charset="-120"/>
              </a:rPr>
              <a:t>The methodology became more defensible, even as the headline result changed.</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04</a:t>
            </a:r>
            <a:endParaRPr lang="en-US" sz="1800"/>
          </a:p>
        </p:txBody>
      </p:sp>
      <p:sp>
        <p:nvSpPr>
          <p:cNvPr id="3" name="Text 1"/>
          <p:cNvSpPr/>
          <p:nvPr/>
        </p:nvSpPr>
        <p:spPr>
          <a:xfrm>
            <a:off x="640080" y="365760"/>
            <a:ext cx="73152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Protocol</a:t>
            </a:r>
            <a:r>
              <a:rPr lang="en-US" sz="3000" b="1">
                <a:solidFill>
                  <a:srgbClr val="1E2761"/>
                </a:solidFill>
                <a:latin typeface="Georgia" pitchFamily="34" charset="0"/>
                <a:ea typeface="Georgia" pitchFamily="34" charset="-122"/>
                <a:cs typeface="Georgia" pitchFamily="34" charset="-120"/>
              </a:rPr>
              <a:t> Reset</a:t>
            </a:r>
            <a:endParaRPr lang="en-US" sz="3000" dirty="0"/>
          </a:p>
        </p:txBody>
      </p:sp>
      <p:sp>
        <p:nvSpPr>
          <p:cNvPr id="4" name="Shape 2"/>
          <p:cNvSpPr/>
          <p:nvPr/>
        </p:nvSpPr>
        <p:spPr>
          <a:xfrm>
            <a:off x="640080" y="1188720"/>
            <a:ext cx="2560320" cy="23774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Shape 3"/>
          <p:cNvSpPr/>
          <p:nvPr/>
        </p:nvSpPr>
        <p:spPr>
          <a:xfrm>
            <a:off x="822960" y="1371600"/>
            <a:ext cx="411480" cy="411480"/>
          </a:xfrm>
          <a:prstGeom prst="ellipse">
            <a:avLst/>
          </a:prstGeom>
          <a:solidFill>
            <a:srgbClr val="1E2761"/>
          </a:solidFill>
          <a:ln/>
        </p:spPr>
        <p:txBody>
          <a:bodyPr/>
          <a:lstStyle/>
          <a:p>
            <a:endParaRPr lang="en-US"/>
          </a:p>
        </p:txBody>
      </p:sp>
      <p:sp>
        <p:nvSpPr>
          <p:cNvPr id="6" name="Text 4"/>
          <p:cNvSpPr/>
          <p:nvPr/>
        </p:nvSpPr>
        <p:spPr>
          <a:xfrm>
            <a:off x="822960" y="1371600"/>
            <a:ext cx="411480" cy="41148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1</a:t>
            </a:r>
            <a:endParaRPr lang="en-US" sz="1800"/>
          </a:p>
        </p:txBody>
      </p:sp>
      <p:sp>
        <p:nvSpPr>
          <p:cNvPr id="7" name="Text 5"/>
          <p:cNvSpPr/>
          <p:nvPr/>
        </p:nvSpPr>
        <p:spPr>
          <a:xfrm>
            <a:off x="1371600" y="1371600"/>
            <a:ext cx="1645920" cy="41148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Split Hygiene</a:t>
            </a:r>
            <a:endParaRPr lang="en-US" sz="1800"/>
          </a:p>
        </p:txBody>
      </p:sp>
      <p:sp>
        <p:nvSpPr>
          <p:cNvPr id="8" name="Text 6"/>
          <p:cNvSpPr/>
          <p:nvPr/>
        </p:nvSpPr>
        <p:spPr>
          <a:xfrm>
            <a:off x="822960" y="2011680"/>
            <a:ext cx="2194560" cy="1371600"/>
          </a:xfrm>
          <a:prstGeom prst="rect">
            <a:avLst/>
          </a:prstGeom>
          <a:noFill/>
          <a:ln/>
        </p:spPr>
        <p:txBody>
          <a:bodyPr wrap="square" lIns="0" tIns="0" rIns="0" bIns="0" rtlCol="0" anchor="ctr"/>
          <a:lstStyle/>
          <a:p>
            <a:pPr marL="0" indent="0">
              <a:buNone/>
            </a:pPr>
            <a:r>
              <a:rPr lang="en-US" sz="1800">
                <a:solidFill>
                  <a:srgbClr val="1A1A2E"/>
                </a:solidFill>
                <a:latin typeface="Calibri" pitchFamily="34" charset="0"/>
                <a:ea typeface="Calibri" pitchFamily="34" charset="-122"/>
                <a:cs typeface="Calibri" pitchFamily="34" charset="-120"/>
              </a:rPr>
              <a:t>Validation for selection, test reserved for final reporting</a:t>
            </a:r>
            <a:endParaRPr lang="en-US" sz="1800"/>
          </a:p>
        </p:txBody>
      </p:sp>
      <p:sp>
        <p:nvSpPr>
          <p:cNvPr id="9" name="Shape 7"/>
          <p:cNvSpPr/>
          <p:nvPr/>
        </p:nvSpPr>
        <p:spPr>
          <a:xfrm>
            <a:off x="3474720" y="1188720"/>
            <a:ext cx="2560320" cy="23774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0" name="Shape 8"/>
          <p:cNvSpPr/>
          <p:nvPr/>
        </p:nvSpPr>
        <p:spPr>
          <a:xfrm>
            <a:off x="3657600" y="1371600"/>
            <a:ext cx="411480" cy="411480"/>
          </a:xfrm>
          <a:prstGeom prst="ellipse">
            <a:avLst/>
          </a:prstGeom>
          <a:solidFill>
            <a:srgbClr val="1E2761"/>
          </a:solidFill>
          <a:ln/>
        </p:spPr>
        <p:txBody>
          <a:bodyPr/>
          <a:lstStyle/>
          <a:p>
            <a:endParaRPr lang="en-US"/>
          </a:p>
        </p:txBody>
      </p:sp>
      <p:sp>
        <p:nvSpPr>
          <p:cNvPr id="11" name="Text 9"/>
          <p:cNvSpPr/>
          <p:nvPr/>
        </p:nvSpPr>
        <p:spPr>
          <a:xfrm>
            <a:off x="3657600" y="1371600"/>
            <a:ext cx="411480" cy="41148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2</a:t>
            </a:r>
            <a:endParaRPr lang="en-US" sz="1800"/>
          </a:p>
        </p:txBody>
      </p:sp>
      <p:sp>
        <p:nvSpPr>
          <p:cNvPr id="12" name="Text 10"/>
          <p:cNvSpPr/>
          <p:nvPr/>
        </p:nvSpPr>
        <p:spPr>
          <a:xfrm>
            <a:off x="4206240" y="1371600"/>
            <a:ext cx="1645920" cy="41148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Hard Subsets</a:t>
            </a:r>
            <a:endParaRPr lang="en-US" sz="1800"/>
          </a:p>
        </p:txBody>
      </p:sp>
      <p:sp>
        <p:nvSpPr>
          <p:cNvPr id="13" name="Text 11"/>
          <p:cNvSpPr/>
          <p:nvPr/>
        </p:nvSpPr>
        <p:spPr>
          <a:xfrm>
            <a:off x="3657600" y="2011680"/>
            <a:ext cx="2377440" cy="1371600"/>
          </a:xfrm>
          <a:prstGeom prst="rect">
            <a:avLst/>
          </a:prstGeom>
          <a:noFill/>
          <a:ln/>
        </p:spPr>
        <p:txBody>
          <a:bodyPr wrap="square" lIns="0" tIns="0" rIns="0" bIns="0" rtlCol="0" anchor="ctr"/>
          <a:lstStyle/>
          <a:p>
            <a:pPr marL="0" indent="0">
              <a:buNone/>
            </a:pPr>
            <a:r>
              <a:rPr lang="en-US" sz="1800" dirty="0">
                <a:solidFill>
                  <a:srgbClr val="1A1A2E"/>
                </a:solidFill>
                <a:latin typeface="Calibri" pitchFamily="34" charset="0"/>
                <a:ea typeface="Calibri" pitchFamily="34" charset="-122"/>
                <a:cs typeface="Calibri" pitchFamily="34" charset="-120"/>
              </a:rPr>
              <a:t>Method-independent hard subsets (</a:t>
            </a:r>
            <a:r>
              <a:rPr lang="en-US" sz="1800" dirty="0" err="1">
                <a:solidFill>
                  <a:srgbClr val="1A1A2E"/>
                </a:solidFill>
                <a:latin typeface="Calibri" pitchFamily="34" charset="0"/>
                <a:ea typeface="Calibri" pitchFamily="34" charset="-122"/>
                <a:cs typeface="Calibri" pitchFamily="34" charset="-120"/>
              </a:rPr>
              <a:t>skip_local</a:t>
            </a:r>
            <a:r>
              <a:rPr lang="en-US" sz="1800" dirty="0">
                <a:solidFill>
                  <a:srgbClr val="1A1A2E"/>
                </a:solidFill>
                <a:latin typeface="Calibri" pitchFamily="34" charset="0"/>
                <a:ea typeface="Calibri" pitchFamily="34" charset="-122"/>
                <a:cs typeface="Calibri" pitchFamily="34" charset="-120"/>
              </a:rPr>
              <a:t>, </a:t>
            </a:r>
            <a:r>
              <a:rPr lang="en-US" sz="1800" dirty="0" err="1">
                <a:solidFill>
                  <a:srgbClr val="1A1A2E"/>
                </a:solidFill>
                <a:latin typeface="Calibri" pitchFamily="34" charset="0"/>
                <a:ea typeface="Calibri" pitchFamily="34" charset="-122"/>
                <a:cs typeface="Calibri" pitchFamily="34" charset="-120"/>
              </a:rPr>
              <a:t>multi_span</a:t>
            </a:r>
            <a:r>
              <a:rPr lang="en-US" sz="1800" dirty="0">
                <a:solidFill>
                  <a:srgbClr val="1A1A2E"/>
                </a:solidFill>
                <a:latin typeface="Calibri" pitchFamily="34" charset="0"/>
                <a:ea typeface="Calibri" pitchFamily="34" charset="-122"/>
                <a:cs typeface="Calibri" pitchFamily="34" charset="-120"/>
              </a:rPr>
              <a:t>, </a:t>
            </a:r>
            <a:r>
              <a:rPr lang="en-US" sz="1800" dirty="0" err="1">
                <a:solidFill>
                  <a:srgbClr val="1A1A2E"/>
                </a:solidFill>
                <a:latin typeface="Calibri" pitchFamily="34" charset="0"/>
                <a:ea typeface="Calibri" pitchFamily="34" charset="-122"/>
                <a:cs typeface="Calibri" pitchFamily="34" charset="-120"/>
              </a:rPr>
              <a:t>float_table</a:t>
            </a:r>
            <a:r>
              <a:rPr lang="en-US" sz="1800" dirty="0">
                <a:solidFill>
                  <a:srgbClr val="1A1A2E"/>
                </a:solidFill>
                <a:latin typeface="Calibri" pitchFamily="34" charset="0"/>
                <a:ea typeface="Calibri" pitchFamily="34" charset="-122"/>
                <a:cs typeface="Calibri" pitchFamily="34" charset="-120"/>
              </a:rPr>
              <a:t>) isolate specific failure modes</a:t>
            </a:r>
            <a:endParaRPr lang="en-US" sz="1800" dirty="0"/>
          </a:p>
        </p:txBody>
      </p:sp>
      <p:sp>
        <p:nvSpPr>
          <p:cNvPr id="14" name="Shape 12"/>
          <p:cNvSpPr/>
          <p:nvPr/>
        </p:nvSpPr>
        <p:spPr>
          <a:xfrm>
            <a:off x="6309360" y="1188720"/>
            <a:ext cx="2560320" cy="23774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15" name="Shape 13"/>
          <p:cNvSpPr/>
          <p:nvPr/>
        </p:nvSpPr>
        <p:spPr>
          <a:xfrm>
            <a:off x="6492240" y="1371600"/>
            <a:ext cx="411480" cy="411480"/>
          </a:xfrm>
          <a:prstGeom prst="ellipse">
            <a:avLst/>
          </a:prstGeom>
          <a:solidFill>
            <a:srgbClr val="1E2761"/>
          </a:solidFill>
          <a:ln/>
        </p:spPr>
        <p:txBody>
          <a:bodyPr/>
          <a:lstStyle/>
          <a:p>
            <a:endParaRPr lang="en-US"/>
          </a:p>
        </p:txBody>
      </p:sp>
      <p:sp>
        <p:nvSpPr>
          <p:cNvPr id="16" name="Text 14"/>
          <p:cNvSpPr/>
          <p:nvPr/>
        </p:nvSpPr>
        <p:spPr>
          <a:xfrm>
            <a:off x="6492240" y="1371600"/>
            <a:ext cx="411480" cy="41148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3</a:t>
            </a:r>
            <a:endParaRPr lang="en-US" sz="1800"/>
          </a:p>
        </p:txBody>
      </p:sp>
      <p:sp>
        <p:nvSpPr>
          <p:cNvPr id="17" name="Text 15"/>
          <p:cNvSpPr/>
          <p:nvPr/>
        </p:nvSpPr>
        <p:spPr>
          <a:xfrm>
            <a:off x="7040880" y="1371600"/>
            <a:ext cx="1645920" cy="41148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Retrieval Metrics</a:t>
            </a:r>
            <a:endParaRPr lang="en-US" sz="1800"/>
          </a:p>
        </p:txBody>
      </p:sp>
      <p:sp>
        <p:nvSpPr>
          <p:cNvPr id="18" name="Text 16"/>
          <p:cNvSpPr/>
          <p:nvPr/>
        </p:nvSpPr>
        <p:spPr>
          <a:xfrm>
            <a:off x="6492240" y="2011680"/>
            <a:ext cx="2194560" cy="1371600"/>
          </a:xfrm>
          <a:prstGeom prst="rect">
            <a:avLst/>
          </a:prstGeom>
          <a:noFill/>
          <a:ln/>
        </p:spPr>
        <p:txBody>
          <a:bodyPr wrap="square" lIns="0" tIns="0" rIns="0" bIns="0" rtlCol="0" anchor="ctr"/>
          <a:lstStyle/>
          <a:p>
            <a:pPr marL="0" indent="0">
              <a:buNone/>
            </a:pPr>
            <a:r>
              <a:rPr lang="en-US" sz="1800" dirty="0">
                <a:solidFill>
                  <a:srgbClr val="1A1A2E"/>
                </a:solidFill>
                <a:latin typeface="Calibri" pitchFamily="34" charset="0"/>
                <a:ea typeface="Calibri" pitchFamily="34" charset="-122"/>
                <a:cs typeface="Calibri" pitchFamily="34" charset="-120"/>
              </a:rPr>
              <a:t>Evidence hit and coverage as primary metrics; EM/F1 secondary</a:t>
            </a:r>
            <a:endParaRPr lang="en-US" sz="1800" dirty="0"/>
          </a:p>
        </p:txBody>
      </p:sp>
      <p:sp>
        <p:nvSpPr>
          <p:cNvPr id="19" name="Shape 17"/>
          <p:cNvSpPr/>
          <p:nvPr/>
        </p:nvSpPr>
        <p:spPr>
          <a:xfrm>
            <a:off x="640080" y="3931920"/>
            <a:ext cx="7863840" cy="731520"/>
          </a:xfrm>
          <a:prstGeom prst="rect">
            <a:avLst/>
          </a:prstGeom>
          <a:solidFill>
            <a:srgbClr val="1E2761"/>
          </a:solidFill>
          <a:ln/>
        </p:spPr>
        <p:txBody>
          <a:bodyPr/>
          <a:lstStyle/>
          <a:p>
            <a:endParaRPr lang="en-US"/>
          </a:p>
        </p:txBody>
      </p:sp>
      <p:sp>
        <p:nvSpPr>
          <p:cNvPr id="20" name="Text 18"/>
          <p:cNvSpPr/>
          <p:nvPr/>
        </p:nvSpPr>
        <p:spPr>
          <a:xfrm>
            <a:off x="914400" y="3977640"/>
            <a:ext cx="7315200" cy="64008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Every result in this talk uses the cleaned protocol</a:t>
            </a: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05</a:t>
            </a:r>
            <a:endParaRPr lang="en-US" sz="1800"/>
          </a:p>
        </p:txBody>
      </p:sp>
      <p:sp>
        <p:nvSpPr>
          <p:cNvPr id="3" name="Text 1"/>
          <p:cNvSpPr/>
          <p:nvPr/>
        </p:nvSpPr>
        <p:spPr>
          <a:xfrm>
            <a:off x="640080" y="365760"/>
            <a:ext cx="7315200" cy="548640"/>
          </a:xfrm>
          <a:prstGeom prst="rect">
            <a:avLst/>
          </a:prstGeom>
          <a:noFill/>
          <a:ln/>
        </p:spPr>
        <p:txBody>
          <a:bodyPr wrap="square" lIns="0" tIns="0" rIns="0" bIns="0" rtlCol="0" anchor="ctr"/>
          <a:lstStyle/>
          <a:p>
            <a:pPr marL="0" indent="0">
              <a:buNone/>
            </a:pPr>
            <a:r>
              <a:rPr lang="en-US" sz="3000" b="1">
                <a:solidFill>
                  <a:srgbClr val="1E2761"/>
                </a:solidFill>
                <a:latin typeface="Georgia" pitchFamily="34" charset="0"/>
                <a:ea typeface="Georgia" pitchFamily="34" charset="-122"/>
                <a:cs typeface="Georgia" pitchFamily="34" charset="-120"/>
              </a:rPr>
              <a:t>Method Ladder</a:t>
            </a:r>
            <a:endParaRPr lang="en-US" sz="3000" dirty="0"/>
          </a:p>
        </p:txBody>
      </p:sp>
      <p:sp>
        <p:nvSpPr>
          <p:cNvPr id="4" name="LeftCard"/>
          <p:cNvSpPr/>
          <p:nvPr/>
        </p:nvSpPr>
        <p:spPr>
          <a:xfrm>
            <a:off x="640080" y="1188720"/>
            <a:ext cx="374904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5" name="LeftAccent"/>
          <p:cNvSpPr/>
          <p:nvPr/>
        </p:nvSpPr>
        <p:spPr>
          <a:xfrm>
            <a:off x="640080" y="1188720"/>
            <a:ext cx="3749040" cy="54864"/>
          </a:xfrm>
          <a:prstGeom prst="rect">
            <a:avLst/>
          </a:prstGeom>
          <a:solidFill>
            <a:srgbClr val="4A6FA5"/>
          </a:solidFill>
          <a:ln/>
        </p:spPr>
        <p:txBody>
          <a:bodyPr/>
          <a:lstStyle/>
          <a:p>
            <a:endParaRPr lang="en-US"/>
          </a:p>
        </p:txBody>
      </p:sp>
      <p:sp>
        <p:nvSpPr>
          <p:cNvPr id="6" name="LeftTitle"/>
          <p:cNvSpPr/>
          <p:nvPr/>
        </p:nvSpPr>
        <p:spPr>
          <a:xfrm>
            <a:off x="822960" y="1371600"/>
            <a:ext cx="3269411" cy="36576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Core retrieval comparisons</a:t>
            </a:r>
            <a:endParaRPr lang="en-US" sz="1800" dirty="0"/>
          </a:p>
        </p:txBody>
      </p:sp>
      <p:sp>
        <p:nvSpPr>
          <p:cNvPr id="7" name="LeftBullets"/>
          <p:cNvSpPr/>
          <p:nvPr/>
        </p:nvSpPr>
        <p:spPr>
          <a:xfrm>
            <a:off x="822960" y="1737360"/>
            <a:ext cx="3749040" cy="1920240"/>
          </a:xfrm>
          <a:prstGeom prst="rect">
            <a:avLst/>
          </a:prstGeom>
          <a:noFill/>
          <a:ln/>
        </p:spPr>
        <p:txBody>
          <a:bodyPr wrap="square" lIns="0" tIns="0" rIns="0" bIns="0" rtlCol="0" anchor="t"/>
          <a:lstStyle/>
          <a:p>
            <a:pPr marL="0" indent="0">
              <a:lnSpc>
                <a:spcPts val="1800"/>
              </a:lnSpc>
              <a:spcAft>
                <a:spcPts val="800"/>
              </a:spcAft>
              <a:buNone/>
            </a:pPr>
            <a:r>
              <a:rPr lang="en-US" sz="1800" b="1" dirty="0">
                <a:solidFill>
                  <a:srgbClr val="4A6FA5"/>
                </a:solidFill>
                <a:latin typeface="Calibri" pitchFamily="34" charset="0"/>
                <a:ea typeface="Calibri" pitchFamily="34" charset="-122"/>
                <a:cs typeface="Calibri" pitchFamily="34" charset="-120"/>
              </a:rPr>
              <a:t>Flat hybrid retrieval</a:t>
            </a:r>
          </a:p>
          <a:p>
            <a:pPr marL="0" indent="0">
              <a:lnSpc>
                <a:spcPts val="1600"/>
              </a:lnSpc>
              <a:spcAft>
                <a:spcPts val="1000"/>
              </a:spcAft>
              <a:buNone/>
            </a:pPr>
            <a:r>
              <a:rPr lang="en-US" sz="1800" dirty="0">
                <a:solidFill>
                  <a:srgbClr val="1A1A2E"/>
                </a:solidFill>
                <a:latin typeface="Calibri" pitchFamily="34" charset="0"/>
                <a:ea typeface="Calibri" pitchFamily="34" charset="-122"/>
                <a:cs typeface="Calibri" pitchFamily="34" charset="-120"/>
              </a:rPr>
              <a:t>Dense + sparse retrieval over paragraph-pair chunks, no expansion</a:t>
            </a:r>
          </a:p>
          <a:p>
            <a:pPr marL="0" indent="0">
              <a:lnSpc>
                <a:spcPts val="1800"/>
              </a:lnSpc>
              <a:spcAft>
                <a:spcPts val="800"/>
              </a:spcAft>
              <a:buNone/>
            </a:pPr>
            <a:r>
              <a:rPr lang="en-US" sz="1800" b="1" dirty="0">
                <a:solidFill>
                  <a:srgbClr val="4A6FA5"/>
                </a:solidFill>
                <a:latin typeface="Calibri" pitchFamily="34" charset="0"/>
                <a:ea typeface="Calibri" pitchFamily="34" charset="-122"/>
                <a:cs typeface="Calibri" pitchFamily="34" charset="-120"/>
              </a:rPr>
              <a:t>Bridge family</a:t>
            </a:r>
          </a:p>
          <a:p>
            <a:pPr marL="0" indent="0">
              <a:lnSpc>
                <a:spcPts val="1600"/>
              </a:lnSpc>
              <a:spcAft>
                <a:spcPts val="1000"/>
              </a:spcAft>
              <a:buNone/>
            </a:pPr>
            <a:r>
              <a:rPr lang="en-US" sz="1800" dirty="0">
                <a:solidFill>
                  <a:srgbClr val="1A1A2E"/>
                </a:solidFill>
                <a:latin typeface="Calibri" pitchFamily="34" charset="0"/>
                <a:ea typeface="Calibri" pitchFamily="34" charset="-122"/>
                <a:cs typeface="Calibri" pitchFamily="34" charset="-120"/>
              </a:rPr>
              <a:t>Local expansion on retrieved seeds</a:t>
            </a:r>
          </a:p>
          <a:p>
            <a:pPr marL="0" indent="0">
              <a:lnSpc>
                <a:spcPts val="1800"/>
              </a:lnSpc>
              <a:spcAft>
                <a:spcPts val="800"/>
              </a:spcAft>
              <a:buNone/>
            </a:pPr>
            <a:r>
              <a:rPr lang="en-US" sz="1800" b="1" dirty="0">
                <a:solidFill>
                  <a:srgbClr val="4A6FA5"/>
                </a:solidFill>
                <a:latin typeface="Calibri" pitchFamily="34" charset="0"/>
                <a:ea typeface="Calibri" pitchFamily="34" charset="-122"/>
                <a:cs typeface="Calibri" pitchFamily="34" charset="-120"/>
              </a:rPr>
              <a:t>Fixed chunk control</a:t>
            </a:r>
          </a:p>
          <a:p>
            <a:pPr marL="0" indent="0">
              <a:lnSpc>
                <a:spcPts val="1600"/>
              </a:lnSpc>
              <a:buNone/>
            </a:pPr>
            <a:r>
              <a:rPr lang="en-US" sz="1800" dirty="0">
                <a:solidFill>
                  <a:srgbClr val="1A1A2E"/>
                </a:solidFill>
                <a:latin typeface="Calibri" pitchFamily="34" charset="0"/>
                <a:ea typeface="Calibri" pitchFamily="34" charset="-122"/>
                <a:cs typeface="Calibri" pitchFamily="34" charset="-120"/>
              </a:rPr>
              <a:t>Deterministic fixed-size chunk baseline</a:t>
            </a:r>
          </a:p>
        </p:txBody>
      </p:sp>
      <p:sp>
        <p:nvSpPr>
          <p:cNvPr id="8" name="RightCard"/>
          <p:cNvSpPr/>
          <p:nvPr/>
        </p:nvSpPr>
        <p:spPr>
          <a:xfrm>
            <a:off x="4754880" y="1188720"/>
            <a:ext cx="374904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US"/>
          </a:p>
        </p:txBody>
      </p:sp>
      <p:sp>
        <p:nvSpPr>
          <p:cNvPr id="9" name="RightAccent"/>
          <p:cNvSpPr/>
          <p:nvPr/>
        </p:nvSpPr>
        <p:spPr>
          <a:xfrm>
            <a:off x="4754880" y="1188720"/>
            <a:ext cx="3749040" cy="54864"/>
          </a:xfrm>
          <a:prstGeom prst="rect">
            <a:avLst/>
          </a:prstGeom>
          <a:solidFill>
            <a:srgbClr val="CADCFC"/>
          </a:solidFill>
          <a:ln/>
        </p:spPr>
        <p:txBody>
          <a:bodyPr/>
          <a:lstStyle/>
          <a:p>
            <a:endParaRPr lang="en-US"/>
          </a:p>
        </p:txBody>
      </p:sp>
      <p:sp>
        <p:nvSpPr>
          <p:cNvPr id="10" name="RightTitle"/>
          <p:cNvSpPr/>
          <p:nvPr/>
        </p:nvSpPr>
        <p:spPr>
          <a:xfrm>
            <a:off x="5029200" y="1371600"/>
            <a:ext cx="3200400" cy="36576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Supporting studies</a:t>
            </a:r>
            <a:endParaRPr lang="en-US" sz="1800"/>
          </a:p>
        </p:txBody>
      </p:sp>
      <p:sp>
        <p:nvSpPr>
          <p:cNvPr id="11" name="RightBullets"/>
          <p:cNvSpPr/>
          <p:nvPr/>
        </p:nvSpPr>
        <p:spPr>
          <a:xfrm>
            <a:off x="5029200" y="1828800"/>
            <a:ext cx="3200400" cy="1920240"/>
          </a:xfrm>
          <a:prstGeom prst="rect">
            <a:avLst/>
          </a:prstGeom>
          <a:noFill/>
          <a:ln/>
        </p:spPr>
        <p:txBody>
          <a:bodyPr wrap="square" lIns="0" tIns="0" rIns="0" bIns="0" rtlCol="0" anchor="t"/>
          <a:lstStyle/>
          <a:p>
            <a:pPr marL="0" indent="0">
              <a:lnSpc>
                <a:spcPts val="1800"/>
              </a:lnSpc>
              <a:spcAft>
                <a:spcPts val="800"/>
              </a:spcAft>
              <a:buNone/>
            </a:pPr>
            <a:r>
              <a:rPr lang="en-US" sz="1800" b="1">
                <a:solidFill>
                  <a:srgbClr val="4A6FA5"/>
                </a:solidFill>
                <a:latin typeface="Calibri" pitchFamily="34" charset="0"/>
                <a:ea typeface="Calibri" pitchFamily="34" charset="-122"/>
                <a:cs typeface="Calibri" pitchFamily="34" charset="-120"/>
              </a:rPr>
              <a:t>Structure-aware representation</a:t>
            </a:r>
          </a:p>
          <a:p>
            <a:pPr marL="0" indent="0">
              <a:lnSpc>
                <a:spcPts val="1600"/>
              </a:lnSpc>
              <a:spcAft>
                <a:spcPts val="1000"/>
              </a:spcAft>
              <a:buNone/>
            </a:pPr>
            <a:r>
              <a:rPr lang="en-US" sz="1800">
                <a:solidFill>
                  <a:srgbClr val="1A1A2E"/>
                </a:solidFill>
                <a:latin typeface="Calibri" pitchFamily="34" charset="0"/>
                <a:ea typeface="Calibri" pitchFamily="34" charset="-122"/>
                <a:cs typeface="Calibri" pitchFamily="34" charset="-120"/>
              </a:rPr>
              <a:t>Captions, float-like units, inline references</a:t>
            </a:r>
          </a:p>
          <a:p>
            <a:pPr marL="0" indent="0">
              <a:lnSpc>
                <a:spcPts val="1800"/>
              </a:lnSpc>
              <a:spcAft>
                <a:spcPts val="800"/>
              </a:spcAft>
              <a:buNone/>
            </a:pPr>
            <a:r>
              <a:rPr lang="en-US" sz="1800" b="1">
                <a:solidFill>
                  <a:srgbClr val="4A6FA5"/>
                </a:solidFill>
                <a:latin typeface="Calibri" pitchFamily="34" charset="0"/>
                <a:ea typeface="Calibri" pitchFamily="34" charset="-122"/>
                <a:cs typeface="Calibri" pitchFamily="34" charset="-120"/>
              </a:rPr>
              <a:t>Answer evaluation</a:t>
            </a:r>
          </a:p>
          <a:p>
            <a:pPr marL="0" indent="0">
              <a:lnSpc>
                <a:spcPts val="1600"/>
              </a:lnSpc>
              <a:buNone/>
            </a:pPr>
            <a:r>
              <a:rPr lang="en-US" sz="1800">
                <a:solidFill>
                  <a:srgbClr val="1A1A2E"/>
                </a:solidFill>
                <a:latin typeface="Calibri" pitchFamily="34" charset="0"/>
                <a:ea typeface="Calibri" pitchFamily="34" charset="-122"/>
                <a:cs typeface="Calibri" pitchFamily="34" charset="-120"/>
              </a:rPr>
              <a:t>Local QA reader used as a secondary downstream signal</a:t>
            </a:r>
          </a:p>
        </p:txBody>
      </p:sp>
      <p:sp>
        <p:nvSpPr>
          <p:cNvPr id="30" name="Shape Bottom"/>
          <p:cNvSpPr/>
          <p:nvPr/>
        </p:nvSpPr>
        <p:spPr>
          <a:xfrm>
            <a:off x="640080" y="4160520"/>
            <a:ext cx="7863840" cy="640080"/>
          </a:xfrm>
          <a:prstGeom prst="rect">
            <a:avLst/>
          </a:prstGeom>
          <a:solidFill>
            <a:srgbClr val="1E2761"/>
          </a:solidFill>
          <a:ln/>
        </p:spPr>
        <p:txBody>
          <a:bodyPr/>
          <a:lstStyle/>
          <a:p>
            <a:endParaRPr lang="en-US"/>
          </a:p>
        </p:txBody>
      </p:sp>
      <p:sp>
        <p:nvSpPr>
          <p:cNvPr id="12" name="Takeaway"/>
          <p:cNvSpPr/>
          <p:nvPr/>
        </p:nvSpPr>
        <p:spPr>
          <a:xfrm>
            <a:off x="914400" y="4206240"/>
            <a:ext cx="7315200" cy="54864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Model selection focused on retrieval methods; supporting studies informed interpretation but did not become the final winner.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06</a:t>
            </a:r>
            <a:endParaRPr lang="en-US" sz="1800"/>
          </a:p>
        </p:txBody>
      </p:sp>
      <p:sp>
        <p:nvSpPr>
          <p:cNvPr id="3" name="Text 1"/>
          <p:cNvSpPr/>
          <p:nvPr/>
        </p:nvSpPr>
        <p:spPr>
          <a:xfrm>
            <a:off x="640080" y="365760"/>
            <a:ext cx="7315200" cy="54864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Validation </a:t>
            </a:r>
            <a:r>
              <a:rPr lang="en-US" sz="3000" b="1">
                <a:solidFill>
                  <a:srgbClr val="1E2761"/>
                </a:solidFill>
                <a:latin typeface="Georgia" pitchFamily="34" charset="0"/>
                <a:ea typeface="Georgia" pitchFamily="34" charset="-122"/>
                <a:cs typeface="Georgia" pitchFamily="34" charset="-120"/>
              </a:rPr>
              <a:t>Turning Point</a:t>
            </a:r>
            <a:endParaRPr lang="en-US" sz="3000" dirty="0"/>
          </a:p>
        </p:txBody>
      </p:sp>
      <p:graphicFrame>
        <p:nvGraphicFramePr>
          <p:cNvPr id="20" name="Combined Table"/>
          <p:cNvGraphicFramePr>
            <a:graphicFrameLocks noGrp="1"/>
          </p:cNvGraphicFramePr>
          <p:nvPr>
            <p:extLst>
              <p:ext uri="{D42A27DB-BD31-4B8C-83A1-F6EECF244321}">
                <p14:modId xmlns:p14="http://schemas.microsoft.com/office/powerpoint/2010/main" val="1673389154"/>
              </p:ext>
            </p:extLst>
          </p:nvPr>
        </p:nvGraphicFramePr>
        <p:xfrm>
          <a:off x="914400" y="1434572"/>
          <a:ext cx="7315200" cy="1843464"/>
        </p:xfrm>
        <a:graphic>
          <a:graphicData uri="http://schemas.openxmlformats.org/drawingml/2006/table">
            <a:tbl>
              <a:tblPr/>
              <a:tblGrid>
                <a:gridCol w="1340783">
                  <a:extLst>
                    <a:ext uri="{9D8B030D-6E8A-4147-A177-3AD203B41FA5}">
                      <a16:colId xmlns:a16="http://schemas.microsoft.com/office/drawing/2014/main" val="20000"/>
                    </a:ext>
                  </a:extLst>
                </a:gridCol>
                <a:gridCol w="1376291">
                  <a:extLst>
                    <a:ext uri="{9D8B030D-6E8A-4147-A177-3AD203B41FA5}">
                      <a16:colId xmlns:a16="http://schemas.microsoft.com/office/drawing/2014/main" val="20001"/>
                    </a:ext>
                  </a:extLst>
                </a:gridCol>
                <a:gridCol w="1526491">
                  <a:extLst>
                    <a:ext uri="{9D8B030D-6E8A-4147-A177-3AD203B41FA5}">
                      <a16:colId xmlns:a16="http://schemas.microsoft.com/office/drawing/2014/main" val="20002"/>
                    </a:ext>
                  </a:extLst>
                </a:gridCol>
                <a:gridCol w="877075">
                  <a:extLst>
                    <a:ext uri="{9D8B030D-6E8A-4147-A177-3AD203B41FA5}">
                      <a16:colId xmlns:a16="http://schemas.microsoft.com/office/drawing/2014/main" val="20003"/>
                    </a:ext>
                  </a:extLst>
                </a:gridCol>
                <a:gridCol w="1045029">
                  <a:extLst>
                    <a:ext uri="{9D8B030D-6E8A-4147-A177-3AD203B41FA5}">
                      <a16:colId xmlns:a16="http://schemas.microsoft.com/office/drawing/2014/main" val="20004"/>
                    </a:ext>
                  </a:extLst>
                </a:gridCol>
                <a:gridCol w="1149531">
                  <a:extLst>
                    <a:ext uri="{9D8B030D-6E8A-4147-A177-3AD203B41FA5}">
                      <a16:colId xmlns:a16="http://schemas.microsoft.com/office/drawing/2014/main" val="20005"/>
                    </a:ext>
                  </a:extLst>
                </a:gridCol>
              </a:tblGrid>
              <a:tr h="460866">
                <a:tc rowSpan="2">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gridSpan="2">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Retrieval Metrics (Primary)</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hMerge="1">
                  <a:txBody>
                    <a:bodyPr/>
                    <a:lstStyle/>
                    <a:p>
                      <a:pPr marL="0" indent="0" algn="ctr">
                        <a:buNone/>
                      </a:pPr>
                      <a:endParaRPr lang="en-US" sz="14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gridSpan="3">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Answer Metrics (Secondary)</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hMerge="1">
                  <a:txBody>
                    <a:bodyPr/>
                    <a:lstStyle/>
                    <a:p>
                      <a:pPr marL="0" indent="0" algn="ctr">
                        <a:buNone/>
                      </a:pPr>
                      <a:endParaRPr lang="en-US" sz="14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hMerge="1">
                  <a:txBody>
                    <a:bodyPr/>
                    <a:lstStyle/>
                    <a:p>
                      <a:pPr marL="0" indent="0" algn="ctr">
                        <a:buNone/>
                      </a:pPr>
                      <a:endParaRPr lang="en-US" sz="14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60866">
                <a:tc vMerge="1">
                  <a:txBody>
                    <a:bodyPr/>
                    <a:lstStyle/>
                    <a:p>
                      <a:pPr marL="0" indent="0" algn="ctr">
                        <a:buNone/>
                      </a:pPr>
                      <a:endParaRPr lang="en-US" sz="14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Ev. Hit</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A3580"/>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Ev. Coverage</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A3580"/>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EM</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A3580"/>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F1</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A3580"/>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Empty %</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2A3580"/>
                    </a:solidFill>
                  </a:tcPr>
                </a:tc>
                <a:extLst>
                  <a:ext uri="{0D108BD9-81ED-4DB2-BD59-A6C34878D82A}">
                    <a16:rowId xmlns:a16="http://schemas.microsoft.com/office/drawing/2014/main" val="10001"/>
                  </a:ext>
                </a:extLst>
              </a:tr>
              <a:tr h="460866">
                <a:tc>
                  <a:txBody>
                    <a:bodyPr/>
                    <a:lstStyle/>
                    <a:p>
                      <a:pPr marL="0" indent="0" algn="l">
                        <a:buNone/>
                      </a:pPr>
                      <a:r>
                        <a:rPr lang="en-US" sz="1800" b="1">
                          <a:solidFill>
                            <a:srgbClr val="000000"/>
                          </a:solidFill>
                          <a:latin typeface="Calibri" pitchFamily="34" charset="0"/>
                          <a:ea typeface="Calibri" pitchFamily="34" charset="-122"/>
                          <a:cs typeface="Calibri" pitchFamily="34" charset="-120"/>
                        </a:rPr>
                        <a:t>Flat Hybrid</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0.8617</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0.7833</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0.1682</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0.2503</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27.0%</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60866">
                <a:tc>
                  <a:txBody>
                    <a:bodyPr/>
                    <a:lstStyle/>
                    <a:p>
                      <a:pPr marL="0" indent="0" algn="l">
                        <a:buNone/>
                      </a:pPr>
                      <a:r>
                        <a:rPr lang="en-US" sz="1800">
                          <a:solidFill>
                            <a:srgbClr val="000000"/>
                          </a:solidFill>
                          <a:latin typeface="Calibri" pitchFamily="34" charset="0"/>
                          <a:ea typeface="Calibri" pitchFamily="34" charset="-122"/>
                          <a:cs typeface="Calibri" pitchFamily="34" charset="-120"/>
                        </a:rPr>
                        <a:t>Bridge Final</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0.8438</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0.7567</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0.1343</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1800">
                          <a:solidFill>
                            <a:srgbClr val="000000"/>
                          </a:solidFill>
                          <a:latin typeface="Calibri" pitchFamily="34" charset="0"/>
                          <a:ea typeface="Calibri" pitchFamily="34" charset="-122"/>
                          <a:cs typeface="Calibri" pitchFamily="34" charset="-120"/>
                        </a:rPr>
                        <a:t>0.1659</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C0392B"/>
                          </a:solidFill>
                          <a:latin typeface="Calibri" pitchFamily="34" charset="0"/>
                          <a:ea typeface="Calibri" pitchFamily="34" charset="-122"/>
                          <a:cs typeface="Calibri" pitchFamily="34" charset="-120"/>
                        </a:rPr>
                        <a:t>46.3%</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640080" y="4297680"/>
            <a:ext cx="7863840" cy="457200"/>
          </a:xfrm>
          <a:prstGeom prst="rect">
            <a:avLst/>
          </a:prstGeom>
          <a:solidFill>
            <a:srgbClr val="1E2761"/>
          </a:solidFill>
          <a:ln/>
        </p:spPr>
        <p:txBody>
          <a:bodyPr/>
          <a:lstStyle/>
          <a:p>
            <a:endParaRPr lang="en-US"/>
          </a:p>
        </p:txBody>
      </p:sp>
      <p:sp>
        <p:nvSpPr>
          <p:cNvPr id="11" name="Text 7"/>
          <p:cNvSpPr/>
          <p:nvPr/>
        </p:nvSpPr>
        <p:spPr>
          <a:xfrm>
            <a:off x="914400" y="4315968"/>
            <a:ext cx="7315200" cy="41148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Flat hybrid won every validation metric — the turning point for the project.</a:t>
            </a:r>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07</a:t>
            </a:r>
            <a:endParaRPr lang="en-US" sz="1800"/>
          </a:p>
        </p:txBody>
      </p:sp>
      <p:sp>
        <p:nvSpPr>
          <p:cNvPr id="3" name="Text 1"/>
          <p:cNvSpPr/>
          <p:nvPr/>
        </p:nvSpPr>
        <p:spPr>
          <a:xfrm>
            <a:off x="640080" y="365760"/>
            <a:ext cx="7772400" cy="548640"/>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Bridge Repair: </a:t>
            </a:r>
            <a:r>
              <a:rPr lang="en-US" sz="2600" b="1">
                <a:solidFill>
                  <a:srgbClr val="1E2761"/>
                </a:solidFill>
                <a:latin typeface="Georgia" pitchFamily="34" charset="0"/>
                <a:ea typeface="Georgia" pitchFamily="34" charset="-122"/>
                <a:cs typeface="Georgia" pitchFamily="34" charset="-120"/>
              </a:rPr>
              <a:t>Testing Fairness</a:t>
            </a:r>
            <a:endParaRPr lang="en-US" sz="2600" dirty="0"/>
          </a:p>
        </p:txBody>
      </p:sp>
      <p:sp>
        <p:nvSpPr>
          <p:cNvPr id="4" name="Shape 2"/>
          <p:cNvSpPr/>
          <p:nvPr/>
        </p:nvSpPr>
        <p:spPr>
          <a:xfrm>
            <a:off x="640080" y="1051560"/>
            <a:ext cx="7863840" cy="502920"/>
          </a:xfrm>
          <a:prstGeom prst="rect">
            <a:avLst/>
          </a:prstGeom>
          <a:solidFill>
            <a:srgbClr val="CADCFC"/>
          </a:solidFill>
          <a:ln/>
        </p:spPr>
        <p:txBody>
          <a:bodyPr/>
          <a:lstStyle/>
          <a:p>
            <a:endParaRPr lang="en-US"/>
          </a:p>
        </p:txBody>
      </p:sp>
      <p:sp>
        <p:nvSpPr>
          <p:cNvPr id="5" name="Text 3"/>
          <p:cNvSpPr/>
          <p:nvPr/>
        </p:nvSpPr>
        <p:spPr>
          <a:xfrm>
            <a:off x="733245" y="1078992"/>
            <a:ext cx="7770675" cy="457200"/>
          </a:xfrm>
          <a:prstGeom prst="rect">
            <a:avLst/>
          </a:prstGeom>
          <a:noFill/>
          <a:ln/>
        </p:spPr>
        <p:txBody>
          <a:bodyPr wrap="square" lIns="0" tIns="0" rIns="0" bIns="0" rtlCol="0" anchor="ctr"/>
          <a:lstStyle/>
          <a:p>
            <a:pPr marL="0" indent="0">
              <a:buNone/>
            </a:pPr>
            <a:r>
              <a:rPr lang="en-US" i="1" dirty="0">
                <a:solidFill>
                  <a:srgbClr val="1E2761"/>
                </a:solidFill>
                <a:latin typeface="Calibri" pitchFamily="34" charset="0"/>
                <a:ea typeface="Calibri" pitchFamily="34" charset="-122"/>
                <a:cs typeface="Calibri" pitchFamily="34" charset="-120"/>
              </a:rPr>
              <a:t>Key question:  Was bridge underperforming simply because it started from weaker seed retrieval?</a:t>
            </a:r>
            <a:endParaRPr lang="en-US" dirty="0"/>
          </a:p>
        </p:txBody>
      </p:sp>
      <p:pic>
        <p:nvPicPr>
          <p:cNvPr id="7" name="Picture 6">
            <a:extLst>
              <a:ext uri="{FF2B5EF4-FFF2-40B4-BE49-F238E27FC236}">
                <a16:creationId xmlns:a16="http://schemas.microsoft.com/office/drawing/2014/main" id="{1A2CA034-1DED-4D81-3B3C-54DEF38DBFA5}"/>
              </a:ext>
            </a:extLst>
          </p:cNvPr>
          <p:cNvPicPr>
            <a:picLocks noChangeAspect="1"/>
          </p:cNvPicPr>
          <p:nvPr/>
        </p:nvPicPr>
        <p:blipFill>
          <a:blip r:embed="rId3"/>
          <a:stretch>
            <a:fillRect/>
          </a:stretch>
        </p:blipFill>
        <p:spPr>
          <a:xfrm>
            <a:off x="1433253" y="1657134"/>
            <a:ext cx="6277494" cy="33683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08</a:t>
            </a:r>
            <a:endParaRPr lang="en-US" sz="1800"/>
          </a:p>
        </p:txBody>
      </p:sp>
      <p:sp>
        <p:nvSpPr>
          <p:cNvPr id="3" name="Text 1"/>
          <p:cNvSpPr/>
          <p:nvPr/>
        </p:nvSpPr>
        <p:spPr>
          <a:xfrm>
            <a:off x="640080" y="365760"/>
            <a:ext cx="7772400" cy="548640"/>
          </a:xfrm>
          <a:prstGeom prst="rect">
            <a:avLst/>
          </a:prstGeom>
          <a:noFill/>
          <a:ln/>
        </p:spPr>
        <p:txBody>
          <a:bodyPr wrap="square" lIns="0" tIns="0" rIns="0" bIns="0" rtlCol="0" anchor="ctr"/>
          <a:lstStyle/>
          <a:p>
            <a:pPr marL="0" indent="0">
              <a:buNone/>
            </a:pPr>
            <a:r>
              <a:rPr lang="en-US" sz="3000" b="1">
                <a:solidFill>
                  <a:srgbClr val="1E2761"/>
                </a:solidFill>
                <a:latin typeface="Georgia" pitchFamily="34" charset="0"/>
                <a:ea typeface="Georgia" pitchFamily="34" charset="-122"/>
                <a:cs typeface="Georgia" pitchFamily="34" charset="-120"/>
              </a:rPr>
              <a:t>Held-Out Test Confirms the Winner</a:t>
            </a:r>
            <a:endParaRPr lang="en-US" sz="3000"/>
          </a:p>
        </p:txBody>
      </p:sp>
      <p:graphicFrame>
        <p:nvGraphicFramePr>
          <p:cNvPr id="4" name="Table 0"/>
          <p:cNvGraphicFramePr>
            <a:graphicFrameLocks noGrp="1"/>
          </p:cNvGraphicFramePr>
          <p:nvPr>
            <p:extLst>
              <p:ext uri="{D42A27DB-BD31-4B8C-83A1-F6EECF244321}">
                <p14:modId xmlns:p14="http://schemas.microsoft.com/office/powerpoint/2010/main" val="3012531579"/>
              </p:ext>
            </p:extLst>
          </p:nvPr>
        </p:nvGraphicFramePr>
        <p:xfrm>
          <a:off x="594360" y="1097280"/>
          <a:ext cx="7863839" cy="1097280"/>
        </p:xfrm>
        <a:graphic>
          <a:graphicData uri="http://schemas.openxmlformats.org/drawingml/2006/table">
            <a:tbl>
              <a:tblPr/>
              <a:tblGrid>
                <a:gridCol w="1965959">
                  <a:extLst>
                    <a:ext uri="{9D8B030D-6E8A-4147-A177-3AD203B41FA5}">
                      <a16:colId xmlns:a16="http://schemas.microsoft.com/office/drawing/2014/main" val="20000"/>
                    </a:ext>
                  </a:extLst>
                </a:gridCol>
                <a:gridCol w="1474470">
                  <a:extLst>
                    <a:ext uri="{9D8B030D-6E8A-4147-A177-3AD203B41FA5}">
                      <a16:colId xmlns:a16="http://schemas.microsoft.com/office/drawing/2014/main" val="20001"/>
                    </a:ext>
                  </a:extLst>
                </a:gridCol>
                <a:gridCol w="1654708">
                  <a:extLst>
                    <a:ext uri="{9D8B030D-6E8A-4147-A177-3AD203B41FA5}">
                      <a16:colId xmlns:a16="http://schemas.microsoft.com/office/drawing/2014/main" val="20002"/>
                    </a:ext>
                  </a:extLst>
                </a:gridCol>
                <a:gridCol w="1294232">
                  <a:extLst>
                    <a:ext uri="{9D8B030D-6E8A-4147-A177-3AD203B41FA5}">
                      <a16:colId xmlns:a16="http://schemas.microsoft.com/office/drawing/2014/main" val="20003"/>
                    </a:ext>
                  </a:extLst>
                </a:gridCol>
                <a:gridCol w="1474470">
                  <a:extLst>
                    <a:ext uri="{9D8B030D-6E8A-4147-A177-3AD203B41FA5}">
                      <a16:colId xmlns:a16="http://schemas.microsoft.com/office/drawing/2014/main" val="20004"/>
                    </a:ext>
                  </a:extLst>
                </a:gridCol>
              </a:tblGrid>
              <a:tr h="269398">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Ev. Hit</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Ev. Coverage</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F1</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Empty Rate</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9398">
                <a:tc>
                  <a:txBody>
                    <a:bodyPr/>
                    <a:lstStyle/>
                    <a:p>
                      <a:pPr marL="0" indent="0">
                        <a:buNone/>
                      </a:pPr>
                      <a:r>
                        <a:rPr lang="en-US" sz="1800" b="1">
                          <a:solidFill>
                            <a:srgbClr val="1A1A2E"/>
                          </a:solidFill>
                          <a:latin typeface="Calibri" pitchFamily="34" charset="0"/>
                          <a:ea typeface="Calibri" pitchFamily="34" charset="-122"/>
                          <a:cs typeface="Calibri" pitchFamily="34" charset="-120"/>
                        </a:rPr>
                        <a:t>Flat Hybrid</a:t>
                      </a:r>
                      <a:endParaRPr lang="en-US" sz="180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CADC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0.8890</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CADC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0.7862</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CADC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0.3022</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CADC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24.2%</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CADCFC"/>
                    </a:solidFill>
                  </a:tcPr>
                </a:tc>
                <a:extLst>
                  <a:ext uri="{0D108BD9-81ED-4DB2-BD59-A6C34878D82A}">
                    <a16:rowId xmlns:a16="http://schemas.microsoft.com/office/drawing/2014/main" val="10001"/>
                  </a:ext>
                </a:extLst>
              </a:tr>
              <a:tr h="269398">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Bridge Final</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0.8739</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0.7690</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0.2343</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44.3%</a:t>
                      </a:r>
                      <a:endParaRPr lang="en-US" sz="180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bl>
          </a:graphicData>
        </a:graphic>
      </p:graphicFrame>
      <p:sp>
        <p:nvSpPr>
          <p:cNvPr id="6" name="Shape 3"/>
          <p:cNvSpPr/>
          <p:nvPr/>
        </p:nvSpPr>
        <p:spPr>
          <a:xfrm>
            <a:off x="640080" y="4340280"/>
            <a:ext cx="7863840" cy="500000"/>
          </a:xfrm>
          <a:prstGeom prst="rect">
            <a:avLst/>
          </a:prstGeom>
          <a:solidFill>
            <a:srgbClr val="1E2761"/>
          </a:solidFill>
          <a:ln/>
        </p:spPr>
        <p:txBody>
          <a:bodyPr/>
          <a:lstStyle/>
          <a:p>
            <a:endParaRPr lang="en-US"/>
          </a:p>
        </p:txBody>
      </p:sp>
      <p:sp>
        <p:nvSpPr>
          <p:cNvPr id="7" name="Text 4"/>
          <p:cNvSpPr/>
          <p:nvPr/>
        </p:nvSpPr>
        <p:spPr>
          <a:xfrm>
            <a:off x="914400" y="4384540"/>
            <a:ext cx="7315200" cy="41148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Flat hybrid held its validation lead on unseen test data.</a:t>
            </a:r>
            <a:endParaRPr lang="en-US" sz="1800"/>
          </a:p>
        </p:txBody>
      </p:sp>
      <p:pic>
        <p:nvPicPr>
          <p:cNvPr id="14" name="Picture 13">
            <a:extLst>
              <a:ext uri="{FF2B5EF4-FFF2-40B4-BE49-F238E27FC236}">
                <a16:creationId xmlns:a16="http://schemas.microsoft.com/office/drawing/2014/main" id="{C4B38B91-582E-EADE-410F-3ED48C7EE9CF}"/>
              </a:ext>
            </a:extLst>
          </p:cNvPr>
          <p:cNvPicPr>
            <a:picLocks noChangeAspect="1"/>
          </p:cNvPicPr>
          <p:nvPr/>
        </p:nvPicPr>
        <p:blipFill>
          <a:blip r:embed="rId3"/>
          <a:stretch>
            <a:fillRect/>
          </a:stretch>
        </p:blipFill>
        <p:spPr>
          <a:xfrm>
            <a:off x="2294626" y="2280440"/>
            <a:ext cx="4554747" cy="20155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A"/>
        </a:solidFill>
        <a:effectLst/>
      </p:bgPr>
    </p:bg>
    <p:spTree>
      <p:nvGrpSpPr>
        <p:cNvPr id="1" name=""/>
        <p:cNvGrpSpPr/>
        <p:nvPr/>
      </p:nvGrpSpPr>
      <p:grpSpPr>
        <a:xfrm>
          <a:off x="0" y="0"/>
          <a:ext cx="0" cy="0"/>
          <a:chOff x="0" y="0"/>
          <a:chExt cx="0" cy="0"/>
        </a:xfrm>
      </p:grpSpPr>
      <p:sp>
        <p:nvSpPr>
          <p:cNvPr id="2" name="Text 0"/>
          <p:cNvSpPr/>
          <p:nvPr/>
        </p:nvSpPr>
        <p:spPr>
          <a:xfrm>
            <a:off x="8229600" y="182880"/>
            <a:ext cx="640080" cy="365760"/>
          </a:xfrm>
          <a:prstGeom prst="rect">
            <a:avLst/>
          </a:prstGeom>
          <a:noFill/>
          <a:ln/>
        </p:spPr>
        <p:txBody>
          <a:bodyPr wrap="square" lIns="0" tIns="0" rIns="0" bIns="0" rtlCol="0" anchor="ctr"/>
          <a:lstStyle/>
          <a:p>
            <a:pPr marL="0" indent="0" algn="r">
              <a:buNone/>
            </a:pPr>
            <a:r>
              <a:rPr lang="en-US" sz="1800">
                <a:solidFill>
                  <a:srgbClr val="6B7280"/>
                </a:solidFill>
                <a:latin typeface="Georgia" pitchFamily="34" charset="0"/>
                <a:ea typeface="Georgia" pitchFamily="34" charset="-122"/>
                <a:cs typeface="Georgia" pitchFamily="34" charset="-120"/>
              </a:rPr>
              <a:t>09</a:t>
            </a:r>
            <a:endParaRPr lang="en-US" sz="1800"/>
          </a:p>
        </p:txBody>
      </p:sp>
      <p:sp>
        <p:nvSpPr>
          <p:cNvPr id="3" name="Text 1"/>
          <p:cNvSpPr/>
          <p:nvPr/>
        </p:nvSpPr>
        <p:spPr>
          <a:xfrm>
            <a:off x="640080" y="365760"/>
            <a:ext cx="7315200" cy="548640"/>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Hard Cases and Remaining Limitations</a:t>
            </a:r>
            <a:endParaRPr lang="en-US" sz="2600" dirty="0"/>
          </a:p>
        </p:txBody>
      </p:sp>
      <p:sp>
        <p:nvSpPr>
          <p:cNvPr id="4" name="Text 2"/>
          <p:cNvSpPr/>
          <p:nvPr/>
        </p:nvSpPr>
        <p:spPr>
          <a:xfrm>
            <a:off x="640080" y="1147313"/>
            <a:ext cx="374904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Hard-Subset Results</a:t>
            </a:r>
            <a:endParaRPr lang="en-US" sz="1800" dirty="0"/>
          </a:p>
        </p:txBody>
      </p:sp>
      <p:graphicFrame>
        <p:nvGraphicFramePr>
          <p:cNvPr id="20" name="Table 20"/>
          <p:cNvGraphicFramePr>
            <a:graphicFrameLocks noGrp="1"/>
          </p:cNvGraphicFramePr>
          <p:nvPr>
            <p:extLst>
              <p:ext uri="{D42A27DB-BD31-4B8C-83A1-F6EECF244321}">
                <p14:modId xmlns:p14="http://schemas.microsoft.com/office/powerpoint/2010/main" val="1591444591"/>
              </p:ext>
            </p:extLst>
          </p:nvPr>
        </p:nvGraphicFramePr>
        <p:xfrm>
          <a:off x="640080" y="1490645"/>
          <a:ext cx="3749040" cy="1463040"/>
        </p:xfrm>
        <a:graphic>
          <a:graphicData uri="http://schemas.openxmlformats.org/drawingml/2006/table">
            <a:tbl>
              <a:tblPr firstRow="1" bandRow="1">
                <a:noFil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54318">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Subset</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Flat Hit</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1E2761"/>
                    </a:solidFill>
                  </a:tcPr>
                </a:tc>
                <a:tc>
                  <a:txBody>
                    <a:bodyPr/>
                    <a:lstStyle/>
                    <a:p>
                      <a:pPr marL="0" indent="0" algn="ctr">
                        <a:buNone/>
                      </a:pPr>
                      <a:r>
                        <a:rPr lang="en-US" sz="1800" b="1">
                          <a:solidFill>
                            <a:srgbClr val="FFFFFF"/>
                          </a:solidFill>
                          <a:latin typeface="Calibri" pitchFamily="34" charset="0"/>
                          <a:ea typeface="Calibri" pitchFamily="34" charset="-122"/>
                          <a:cs typeface="Calibri" pitchFamily="34" charset="-120"/>
                        </a:rPr>
                        <a:t>Bridge Hit</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1E2761"/>
                    </a:solidFill>
                  </a:tcPr>
                </a:tc>
                <a:extLst>
                  <a:ext uri="{0D108BD9-81ED-4DB2-BD59-A6C34878D82A}">
                    <a16:rowId xmlns:a16="http://schemas.microsoft.com/office/drawing/2014/main" val="10000"/>
                  </a:ext>
                </a:extLst>
              </a:tr>
              <a:tr h="254318">
                <a:tc>
                  <a:txBody>
                    <a:bodyPr/>
                    <a:lstStyle/>
                    <a:p>
                      <a:pPr marL="0" indent="0" algn="ctr">
                        <a:buNone/>
                      </a:pPr>
                      <a:r>
                        <a:rPr lang="en-US" sz="1800" dirty="0" err="1">
                          <a:solidFill>
                            <a:srgbClr val="1A1A2E"/>
                          </a:solidFill>
                          <a:latin typeface="Calibri" pitchFamily="34" charset="0"/>
                          <a:ea typeface="Calibri" pitchFamily="34" charset="-122"/>
                          <a:cs typeface="Calibri" pitchFamily="34" charset="-120"/>
                        </a:rPr>
                        <a:t>skip_local</a:t>
                      </a:r>
                      <a:endParaRPr lang="en-US" sz="1800" dirty="0">
                        <a:solidFill>
                          <a:srgbClr val="1A1A2E"/>
                        </a:solidFill>
                        <a:latin typeface="Calibri" pitchFamily="34" charset="0"/>
                        <a:ea typeface="Calibri" pitchFamily="34" charset="-122"/>
                        <a:cs typeface="Calibri" pitchFamily="34" charset="-120"/>
                      </a:endParaRP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b="1" dirty="0">
                          <a:solidFill>
                            <a:srgbClr val="1A1A2E"/>
                          </a:solidFill>
                          <a:latin typeface="Calibri" pitchFamily="34" charset="0"/>
                          <a:ea typeface="Calibri" pitchFamily="34" charset="-122"/>
                          <a:cs typeface="Calibri" pitchFamily="34" charset="-120"/>
                        </a:rPr>
                        <a:t>0.9904</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0.9840</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extLst>
                  <a:ext uri="{0D108BD9-81ED-4DB2-BD59-A6C34878D82A}">
                    <a16:rowId xmlns:a16="http://schemas.microsoft.com/office/drawing/2014/main" val="10001"/>
                  </a:ext>
                </a:extLst>
              </a:tr>
              <a:tr h="254318">
                <a:tc>
                  <a:txBody>
                    <a:bodyPr/>
                    <a:lstStyle/>
                    <a:p>
                      <a:pPr marL="0" indent="0" algn="ctr">
                        <a:buNone/>
                      </a:pPr>
                      <a:r>
                        <a:rPr lang="en-US" sz="1800">
                          <a:solidFill>
                            <a:srgbClr val="1A1A2E"/>
                          </a:solidFill>
                          <a:latin typeface="Calibri" pitchFamily="34" charset="0"/>
                          <a:ea typeface="Calibri" pitchFamily="34" charset="-122"/>
                          <a:cs typeface="Calibri" pitchFamily="34" charset="-120"/>
                        </a:rPr>
                        <a:t>multi_span</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b="1" dirty="0">
                          <a:solidFill>
                            <a:srgbClr val="1A1A2E"/>
                          </a:solidFill>
                          <a:latin typeface="Calibri" pitchFamily="34" charset="0"/>
                          <a:ea typeface="Calibri" pitchFamily="34" charset="-122"/>
                          <a:cs typeface="Calibri" pitchFamily="34" charset="-120"/>
                        </a:rPr>
                        <a:t>0.9891</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0.9891</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extLst>
                  <a:ext uri="{0D108BD9-81ED-4DB2-BD59-A6C34878D82A}">
                    <a16:rowId xmlns:a16="http://schemas.microsoft.com/office/drawing/2014/main" val="10002"/>
                  </a:ext>
                </a:extLst>
              </a:tr>
              <a:tr h="254318">
                <a:tc>
                  <a:txBody>
                    <a:bodyPr/>
                    <a:lstStyle/>
                    <a:p>
                      <a:pPr marL="0" indent="0" algn="ctr">
                        <a:buNone/>
                      </a:pPr>
                      <a:r>
                        <a:rPr lang="en-US" sz="1800" dirty="0" err="1">
                          <a:solidFill>
                            <a:srgbClr val="1A1A2E"/>
                          </a:solidFill>
                          <a:latin typeface="Calibri" pitchFamily="34" charset="0"/>
                          <a:ea typeface="Calibri" pitchFamily="34" charset="-122"/>
                          <a:cs typeface="Calibri" pitchFamily="34" charset="-120"/>
                        </a:rPr>
                        <a:t>float_table</a:t>
                      </a:r>
                      <a:endParaRPr lang="en-US" sz="1800" dirty="0">
                        <a:solidFill>
                          <a:srgbClr val="1A1A2E"/>
                        </a:solidFill>
                        <a:latin typeface="Calibri" pitchFamily="34" charset="0"/>
                        <a:ea typeface="Calibri" pitchFamily="34" charset="-122"/>
                        <a:cs typeface="Calibri" pitchFamily="34" charset="-120"/>
                      </a:endParaRP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b="1" dirty="0">
                          <a:solidFill>
                            <a:srgbClr val="1A1A2E"/>
                          </a:solidFill>
                          <a:latin typeface="Calibri" pitchFamily="34" charset="0"/>
                          <a:ea typeface="Calibri" pitchFamily="34" charset="-122"/>
                          <a:cs typeface="Calibri" pitchFamily="34" charset="-120"/>
                        </a:rPr>
                        <a:t>0.9443</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0.9319</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extLst>
                  <a:ext uri="{0D108BD9-81ED-4DB2-BD59-A6C34878D82A}">
                    <a16:rowId xmlns:a16="http://schemas.microsoft.com/office/drawing/2014/main" val="10003"/>
                  </a:ext>
                </a:extLst>
              </a:tr>
            </a:tbl>
          </a:graphicData>
        </a:graphic>
      </p:graphicFrame>
      <p:sp>
        <p:nvSpPr>
          <p:cNvPr id="5" name="Text 3"/>
          <p:cNvSpPr/>
          <p:nvPr/>
        </p:nvSpPr>
        <p:spPr>
          <a:xfrm>
            <a:off x="4754880" y="1188720"/>
            <a:ext cx="3749040" cy="320040"/>
          </a:xfrm>
          <a:prstGeom prst="rect">
            <a:avLst/>
          </a:prstGeom>
          <a:noFill/>
          <a:ln/>
        </p:spPr>
        <p:txBody>
          <a:bodyPr wrap="square" lIns="0" tIns="0" rIns="0" bIns="0" rtlCol="0" anchor="ctr"/>
          <a:lstStyle/>
          <a:p>
            <a:pPr marL="0" indent="0">
              <a:buNone/>
            </a:pPr>
            <a:r>
              <a:rPr lang="en-US" sz="1800" b="1">
                <a:solidFill>
                  <a:srgbClr val="1E2761"/>
                </a:solidFill>
                <a:latin typeface="Georgia" pitchFamily="34" charset="0"/>
                <a:ea typeface="Georgia" pitchFamily="34" charset="-122"/>
                <a:cs typeface="Georgia" pitchFamily="34" charset="-120"/>
              </a:rPr>
              <a:t>Remaining Limitations</a:t>
            </a:r>
            <a:endParaRPr lang="en-US" sz="1800"/>
          </a:p>
        </p:txBody>
      </p:sp>
      <p:sp>
        <p:nvSpPr>
          <p:cNvPr id="6" name="Text 4"/>
          <p:cNvSpPr/>
          <p:nvPr/>
        </p:nvSpPr>
        <p:spPr>
          <a:xfrm>
            <a:off x="4754880" y="1554480"/>
            <a:ext cx="3845656" cy="2560320"/>
          </a:xfrm>
          <a:prstGeom prst="rect">
            <a:avLst/>
          </a:prstGeom>
          <a:noFill/>
          <a:ln/>
        </p:spPr>
        <p:txBody>
          <a:bodyPr wrap="square" lIns="0" tIns="0" rIns="0" bIns="0" rtlCol="0" anchor="t"/>
          <a:lstStyle/>
          <a:p>
            <a:pPr marL="342900" indent="-342900">
              <a:spcAft>
                <a:spcPts val="500"/>
              </a:spcAft>
              <a:buSzPct val="100000"/>
              <a:buChar char="•"/>
            </a:pPr>
            <a:r>
              <a:rPr lang="en-US" sz="1800" dirty="0"/>
              <a:t>Local QA reader remained imperfect, so answer metrics stayed secondary</a:t>
            </a:r>
          </a:p>
          <a:p>
            <a:pPr marL="342900" indent="-342900">
              <a:spcAft>
                <a:spcPts val="500"/>
              </a:spcAft>
              <a:buSzPct val="100000"/>
              <a:buChar char="•"/>
            </a:pPr>
            <a:r>
              <a:rPr lang="en-US" dirty="0"/>
              <a:t>Structure-aware representation helped some hard cases, but did not become the default</a:t>
            </a:r>
          </a:p>
          <a:p>
            <a:pPr marL="342900" indent="-342900">
              <a:spcAft>
                <a:spcPts val="500"/>
              </a:spcAft>
              <a:buSzPct val="100000"/>
              <a:buChar char="•"/>
            </a:pPr>
            <a:r>
              <a:rPr lang="en-US" dirty="0"/>
              <a:t>Float/table retrieval remains difficult</a:t>
            </a:r>
          </a:p>
          <a:p>
            <a:pPr marL="342900" indent="-342900">
              <a:spcAft>
                <a:spcPts val="500"/>
              </a:spcAft>
              <a:buSzPct val="100000"/>
              <a:buChar char="•"/>
            </a:pPr>
            <a:r>
              <a:rPr lang="en-US" dirty="0" err="1"/>
              <a:t>FinanceBench</a:t>
            </a:r>
            <a:r>
              <a:rPr lang="en-US" dirty="0"/>
              <a:t> was not completed</a:t>
            </a:r>
            <a:endParaRPr lang="en-US" sz="1800" dirty="0"/>
          </a:p>
        </p:txBody>
      </p:sp>
      <p:graphicFrame>
        <p:nvGraphicFramePr>
          <p:cNvPr id="10" name="Table 20">
            <a:extLst>
              <a:ext uri="{FF2B5EF4-FFF2-40B4-BE49-F238E27FC236}">
                <a16:creationId xmlns:a16="http://schemas.microsoft.com/office/drawing/2014/main" id="{59D0CBF9-76CA-4560-B2FB-1E8C34B32256}"/>
              </a:ext>
            </a:extLst>
          </p:cNvPr>
          <p:cNvGraphicFramePr>
            <a:graphicFrameLocks noGrp="1"/>
          </p:cNvGraphicFramePr>
          <p:nvPr>
            <p:extLst>
              <p:ext uri="{D42A27DB-BD31-4B8C-83A1-F6EECF244321}">
                <p14:modId xmlns:p14="http://schemas.microsoft.com/office/powerpoint/2010/main" val="756089053"/>
              </p:ext>
            </p:extLst>
          </p:nvPr>
        </p:nvGraphicFramePr>
        <p:xfrm>
          <a:off x="640080" y="3166758"/>
          <a:ext cx="3749040" cy="1463040"/>
        </p:xfrm>
        <a:graphic>
          <a:graphicData uri="http://schemas.openxmlformats.org/drawingml/2006/table">
            <a:tbl>
              <a:tblPr firstRow="1" bandRow="1">
                <a:noFil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34315">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Subset</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Flat F1</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1E2761"/>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Bridge F1</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1E2761"/>
                    </a:solidFill>
                  </a:tcPr>
                </a:tc>
                <a:extLst>
                  <a:ext uri="{0D108BD9-81ED-4DB2-BD59-A6C34878D82A}">
                    <a16:rowId xmlns:a16="http://schemas.microsoft.com/office/drawing/2014/main" val="10000"/>
                  </a:ext>
                </a:extLst>
              </a:tr>
              <a:tr h="234315">
                <a:tc>
                  <a:txBody>
                    <a:bodyPr/>
                    <a:lstStyle/>
                    <a:p>
                      <a:pPr marL="0" indent="0" algn="ctr">
                        <a:buNone/>
                      </a:pPr>
                      <a:r>
                        <a:rPr lang="en-US" sz="1800" dirty="0" err="1">
                          <a:solidFill>
                            <a:srgbClr val="1A1A2E"/>
                          </a:solidFill>
                          <a:latin typeface="Calibri" pitchFamily="34" charset="0"/>
                          <a:ea typeface="Calibri" pitchFamily="34" charset="-122"/>
                          <a:cs typeface="Calibri" pitchFamily="34" charset="-120"/>
                        </a:rPr>
                        <a:t>skip_local</a:t>
                      </a:r>
                      <a:endParaRPr lang="en-US" sz="1800" dirty="0">
                        <a:solidFill>
                          <a:srgbClr val="1A1A2E"/>
                        </a:solidFill>
                        <a:latin typeface="Calibri" pitchFamily="34" charset="0"/>
                        <a:ea typeface="Calibri" pitchFamily="34" charset="-122"/>
                        <a:cs typeface="Calibri" pitchFamily="34" charset="-120"/>
                      </a:endParaRP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b="1" dirty="0">
                          <a:solidFill>
                            <a:srgbClr val="1A1A2E"/>
                          </a:solidFill>
                          <a:latin typeface="Calibri" pitchFamily="34" charset="0"/>
                          <a:ea typeface="Calibri" pitchFamily="34" charset="-122"/>
                          <a:cs typeface="Calibri" pitchFamily="34" charset="-120"/>
                        </a:rPr>
                        <a:t>0.3013</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0.2261</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extLst>
                  <a:ext uri="{0D108BD9-81ED-4DB2-BD59-A6C34878D82A}">
                    <a16:rowId xmlns:a16="http://schemas.microsoft.com/office/drawing/2014/main" val="10001"/>
                  </a:ext>
                </a:extLst>
              </a:tr>
              <a:tr h="234315">
                <a:tc>
                  <a:txBody>
                    <a:bodyPr/>
                    <a:lstStyle/>
                    <a:p>
                      <a:pPr marL="0" indent="0" algn="ctr">
                        <a:buNone/>
                      </a:pPr>
                      <a:r>
                        <a:rPr lang="en-US" sz="1800" dirty="0" err="1">
                          <a:solidFill>
                            <a:srgbClr val="1A1A2E"/>
                          </a:solidFill>
                          <a:latin typeface="Calibri" pitchFamily="34" charset="0"/>
                          <a:ea typeface="Calibri" pitchFamily="34" charset="-122"/>
                          <a:cs typeface="Calibri" pitchFamily="34" charset="-120"/>
                        </a:rPr>
                        <a:t>multi_span</a:t>
                      </a:r>
                      <a:endParaRPr lang="en-US" sz="1800" dirty="0">
                        <a:solidFill>
                          <a:srgbClr val="1A1A2E"/>
                        </a:solidFill>
                        <a:latin typeface="Calibri" pitchFamily="34" charset="0"/>
                        <a:ea typeface="Calibri" pitchFamily="34" charset="-122"/>
                        <a:cs typeface="Calibri" pitchFamily="34" charset="-120"/>
                      </a:endParaRP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b="1" dirty="0">
                          <a:solidFill>
                            <a:srgbClr val="1A1A2E"/>
                          </a:solidFill>
                          <a:latin typeface="Calibri" pitchFamily="34" charset="0"/>
                          <a:ea typeface="Calibri" pitchFamily="34" charset="-122"/>
                          <a:cs typeface="Calibri" pitchFamily="34" charset="-120"/>
                        </a:rPr>
                        <a:t>0.2971</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0.2248</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extLst>
                  <a:ext uri="{0D108BD9-81ED-4DB2-BD59-A6C34878D82A}">
                    <a16:rowId xmlns:a16="http://schemas.microsoft.com/office/drawing/2014/main" val="10002"/>
                  </a:ext>
                </a:extLst>
              </a:tr>
              <a:tr h="234315">
                <a:tc>
                  <a:txBody>
                    <a:bodyPr/>
                    <a:lstStyle/>
                    <a:p>
                      <a:pPr marL="0" indent="0" algn="ctr">
                        <a:buNone/>
                      </a:pPr>
                      <a:r>
                        <a:rPr lang="en-US" sz="1800" dirty="0" err="1">
                          <a:solidFill>
                            <a:srgbClr val="1A1A2E"/>
                          </a:solidFill>
                          <a:latin typeface="Calibri" pitchFamily="34" charset="0"/>
                          <a:ea typeface="Calibri" pitchFamily="34" charset="-122"/>
                          <a:cs typeface="Calibri" pitchFamily="34" charset="-120"/>
                        </a:rPr>
                        <a:t>float_table</a:t>
                      </a:r>
                      <a:endParaRPr lang="en-US" sz="1800" dirty="0">
                        <a:solidFill>
                          <a:srgbClr val="1A1A2E"/>
                        </a:solidFill>
                        <a:latin typeface="Calibri" pitchFamily="34" charset="0"/>
                        <a:ea typeface="Calibri" pitchFamily="34" charset="-122"/>
                        <a:cs typeface="Calibri" pitchFamily="34" charset="-120"/>
                      </a:endParaRP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b="1" dirty="0">
                          <a:solidFill>
                            <a:srgbClr val="1A1A2E"/>
                          </a:solidFill>
                          <a:latin typeface="Calibri" pitchFamily="34" charset="0"/>
                          <a:ea typeface="Calibri" pitchFamily="34" charset="-122"/>
                          <a:cs typeface="Calibri" pitchFamily="34" charset="-120"/>
                        </a:rPr>
                        <a:t>0.2764</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tc>
                  <a:txBody>
                    <a:bodyPr/>
                    <a:lstStyle/>
                    <a:p>
                      <a:pPr marL="0" indent="0" algn="ctr">
                        <a:buNone/>
                      </a:pPr>
                      <a:r>
                        <a:rPr lang="en-US" sz="1800" dirty="0">
                          <a:solidFill>
                            <a:srgbClr val="1A1A2E"/>
                          </a:solidFill>
                          <a:latin typeface="Calibri" pitchFamily="34" charset="0"/>
                          <a:ea typeface="Calibri" pitchFamily="34" charset="-122"/>
                          <a:cs typeface="Calibri" pitchFamily="34" charset="-120"/>
                        </a:rPr>
                        <a:t>0.1903</a:t>
                      </a:r>
                    </a:p>
                  </a:txBody>
                  <a:tcPr anchor="ctr">
                    <a:lnL w="12700" cmpd="sng">
                      <a:solidFill>
                        <a:srgbClr val="CADCFC"/>
                      </a:solidFill>
                    </a:lnL>
                    <a:lnR w="12700" cmpd="sng">
                      <a:solidFill>
                        <a:srgbClr val="CADCFC"/>
                      </a:solidFill>
                    </a:lnR>
                    <a:lnT w="12700" cmpd="sng">
                      <a:solidFill>
                        <a:srgbClr val="CADCFC"/>
                      </a:solidFill>
                    </a:lnT>
                    <a:lnB w="12700" cmpd="sng">
                      <a:solidFill>
                        <a:srgbClr val="CADCFC"/>
                      </a:solidFill>
                    </a:lnB>
                    <a:solidFill>
                      <a:srgbClr val="F8FA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Takeaways &amp; Questions</a:t>
            </a:r>
            <a:endParaRPr lang="en-US" sz="3000" dirty="0"/>
          </a:p>
        </p:txBody>
      </p:sp>
      <p:sp>
        <p:nvSpPr>
          <p:cNvPr id="3" name="Shape 1"/>
          <p:cNvSpPr/>
          <p:nvPr/>
        </p:nvSpPr>
        <p:spPr>
          <a:xfrm flipV="1">
            <a:off x="640079" y="868680"/>
            <a:ext cx="5147403" cy="45720"/>
          </a:xfrm>
          <a:prstGeom prst="line">
            <a:avLst/>
          </a:prstGeom>
          <a:noFill/>
          <a:ln w="25400">
            <a:solidFill>
              <a:srgbClr val="CADCFC"/>
            </a:solidFill>
            <a:prstDash val="solid"/>
          </a:ln>
        </p:spPr>
        <p:txBody>
          <a:bodyPr/>
          <a:lstStyle/>
          <a:p>
            <a:endParaRPr lang="en-US"/>
          </a:p>
        </p:txBody>
      </p:sp>
      <p:sp>
        <p:nvSpPr>
          <p:cNvPr id="4" name="Shape 2"/>
          <p:cNvSpPr/>
          <p:nvPr/>
        </p:nvSpPr>
        <p:spPr>
          <a:xfrm>
            <a:off x="640080" y="1188720"/>
            <a:ext cx="320040" cy="320040"/>
          </a:xfrm>
          <a:prstGeom prst="ellipse">
            <a:avLst/>
          </a:prstGeom>
          <a:solidFill>
            <a:srgbClr val="4A6FA5"/>
          </a:solidFill>
          <a:ln/>
        </p:spPr>
        <p:txBody>
          <a:bodyPr/>
          <a:lstStyle/>
          <a:p>
            <a:endParaRPr lang="en-US"/>
          </a:p>
        </p:txBody>
      </p:sp>
      <p:sp>
        <p:nvSpPr>
          <p:cNvPr id="5" name="Text 3"/>
          <p:cNvSpPr/>
          <p:nvPr/>
        </p:nvSpPr>
        <p:spPr>
          <a:xfrm>
            <a:off x="640080" y="1188720"/>
            <a:ext cx="320040" cy="32004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1</a:t>
            </a:r>
            <a:endParaRPr lang="en-US" sz="1800"/>
          </a:p>
        </p:txBody>
      </p:sp>
      <p:sp>
        <p:nvSpPr>
          <p:cNvPr id="6" name="Text 4"/>
          <p:cNvSpPr/>
          <p:nvPr/>
        </p:nvSpPr>
        <p:spPr>
          <a:xfrm>
            <a:off x="1097280" y="1143000"/>
            <a:ext cx="7132320" cy="640080"/>
          </a:xfrm>
          <a:prstGeom prst="rect">
            <a:avLst/>
          </a:prstGeom>
          <a:noFill/>
          <a:ln/>
        </p:spPr>
        <p:txBody>
          <a:bodyPr wrap="square" lIns="0" tIns="0" rIns="0" bIns="0" rtlCol="0" anchor="ctr"/>
          <a:lstStyle/>
          <a:p>
            <a:pPr marL="0" indent="0">
              <a:buNone/>
            </a:pPr>
            <a:r>
              <a:rPr lang="en-US" sz="1800">
                <a:solidFill>
                  <a:srgbClr val="FFFFFF"/>
                </a:solidFill>
                <a:latin typeface="Calibri" pitchFamily="34" charset="0"/>
                <a:ea typeface="Calibri" pitchFamily="34" charset="-122"/>
                <a:cs typeface="Calibri" pitchFamily="34" charset="-120"/>
              </a:rPr>
              <a:t>A cleaner evaluation protocol changed the conclusion: flat hybrid, not bridge, was the best final model.</a:t>
            </a:r>
            <a:endParaRPr lang="en-US" sz="1800"/>
          </a:p>
        </p:txBody>
      </p:sp>
      <p:sp>
        <p:nvSpPr>
          <p:cNvPr id="7" name="Shape 5"/>
          <p:cNvSpPr/>
          <p:nvPr/>
        </p:nvSpPr>
        <p:spPr>
          <a:xfrm>
            <a:off x="640080" y="1920240"/>
            <a:ext cx="320040" cy="320040"/>
          </a:xfrm>
          <a:prstGeom prst="ellipse">
            <a:avLst/>
          </a:prstGeom>
          <a:solidFill>
            <a:srgbClr val="4A6FA5"/>
          </a:solidFill>
          <a:ln/>
        </p:spPr>
        <p:txBody>
          <a:bodyPr/>
          <a:lstStyle/>
          <a:p>
            <a:endParaRPr lang="en-US"/>
          </a:p>
        </p:txBody>
      </p:sp>
      <p:sp>
        <p:nvSpPr>
          <p:cNvPr id="8" name="Text 6"/>
          <p:cNvSpPr/>
          <p:nvPr/>
        </p:nvSpPr>
        <p:spPr>
          <a:xfrm>
            <a:off x="640080" y="1920240"/>
            <a:ext cx="320040" cy="32004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2</a:t>
            </a:r>
            <a:endParaRPr lang="en-US" sz="1800"/>
          </a:p>
        </p:txBody>
      </p:sp>
      <p:sp>
        <p:nvSpPr>
          <p:cNvPr id="9" name="Text 7"/>
          <p:cNvSpPr/>
          <p:nvPr/>
        </p:nvSpPr>
        <p:spPr>
          <a:xfrm>
            <a:off x="1097280" y="1874520"/>
            <a:ext cx="7132320" cy="640080"/>
          </a:xfrm>
          <a:prstGeom prst="rect">
            <a:avLst/>
          </a:prstGeom>
          <a:noFill/>
          <a:ln/>
        </p:spPr>
        <p:txBody>
          <a:bodyPr wrap="square" lIns="0" tIns="0" rIns="0" bIns="0" rtlCol="0" anchor="ctr"/>
          <a:lstStyle/>
          <a:p>
            <a:pPr marL="0" indent="0">
              <a:buNone/>
            </a:pPr>
            <a:r>
              <a:rPr lang="en-US" sz="1800">
                <a:solidFill>
                  <a:srgbClr val="FFFFFF"/>
                </a:solidFill>
                <a:latin typeface="Calibri" pitchFamily="34" charset="0"/>
                <a:ea typeface="Calibri" pitchFamily="34" charset="-122"/>
                <a:cs typeface="Calibri" pitchFamily="34" charset="-120"/>
              </a:rPr>
              <a:t>Bridge fairness mattered, but fixing the seed-stage disadvantage still did not overturn the result.</a:t>
            </a:r>
            <a:endParaRPr lang="en-US" sz="1800"/>
          </a:p>
        </p:txBody>
      </p:sp>
      <p:sp>
        <p:nvSpPr>
          <p:cNvPr id="10" name="Shape 8"/>
          <p:cNvSpPr/>
          <p:nvPr/>
        </p:nvSpPr>
        <p:spPr>
          <a:xfrm>
            <a:off x="640080" y="2651760"/>
            <a:ext cx="320040" cy="320040"/>
          </a:xfrm>
          <a:prstGeom prst="ellipse">
            <a:avLst/>
          </a:prstGeom>
          <a:solidFill>
            <a:srgbClr val="4A6FA5"/>
          </a:solidFill>
          <a:ln/>
        </p:spPr>
        <p:txBody>
          <a:bodyPr/>
          <a:lstStyle/>
          <a:p>
            <a:endParaRPr lang="en-US"/>
          </a:p>
        </p:txBody>
      </p:sp>
      <p:sp>
        <p:nvSpPr>
          <p:cNvPr id="11" name="Text 9"/>
          <p:cNvSpPr/>
          <p:nvPr/>
        </p:nvSpPr>
        <p:spPr>
          <a:xfrm>
            <a:off x="640080" y="2651760"/>
            <a:ext cx="320040" cy="32004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3</a:t>
            </a:r>
            <a:endParaRPr lang="en-US" sz="1800"/>
          </a:p>
        </p:txBody>
      </p:sp>
      <p:sp>
        <p:nvSpPr>
          <p:cNvPr id="12" name="Text 10"/>
          <p:cNvSpPr/>
          <p:nvPr/>
        </p:nvSpPr>
        <p:spPr>
          <a:xfrm>
            <a:off x="1097280" y="2606040"/>
            <a:ext cx="7132320" cy="640080"/>
          </a:xfrm>
          <a:prstGeom prst="rect">
            <a:avLst/>
          </a:prstGeom>
          <a:noFill/>
          <a:ln/>
        </p:spPr>
        <p:txBody>
          <a:bodyPr wrap="square" lIns="0" tIns="0" rIns="0" bIns="0" rtlCol="0" anchor="ctr"/>
          <a:lstStyle/>
          <a:p>
            <a:pPr marL="0" indent="0">
              <a:buNone/>
            </a:pPr>
            <a:r>
              <a:rPr lang="en-US" sz="1800">
                <a:solidFill>
                  <a:srgbClr val="FFFFFF"/>
                </a:solidFill>
                <a:latin typeface="Calibri" pitchFamily="34" charset="0"/>
                <a:ea typeface="Calibri" pitchFamily="34" charset="-122"/>
                <a:cs typeface="Calibri" pitchFamily="34" charset="-120"/>
              </a:rPr>
              <a:t>The main remaining weaknesses were nonlocal, multi-span, and float/table-heavy questions.</a:t>
            </a:r>
            <a:endParaRPr lang="en-US" sz="1800"/>
          </a:p>
        </p:txBody>
      </p:sp>
      <p:sp>
        <p:nvSpPr>
          <p:cNvPr id="13" name="Shape 11"/>
          <p:cNvSpPr/>
          <p:nvPr/>
        </p:nvSpPr>
        <p:spPr>
          <a:xfrm>
            <a:off x="640080" y="3383280"/>
            <a:ext cx="320040" cy="320040"/>
          </a:xfrm>
          <a:prstGeom prst="ellipse">
            <a:avLst/>
          </a:prstGeom>
          <a:solidFill>
            <a:srgbClr val="4A6FA5"/>
          </a:solidFill>
          <a:ln/>
        </p:spPr>
        <p:txBody>
          <a:bodyPr/>
          <a:lstStyle/>
          <a:p>
            <a:endParaRPr lang="en-US"/>
          </a:p>
        </p:txBody>
      </p:sp>
      <p:sp>
        <p:nvSpPr>
          <p:cNvPr id="14" name="Text 12"/>
          <p:cNvSpPr/>
          <p:nvPr/>
        </p:nvSpPr>
        <p:spPr>
          <a:xfrm>
            <a:off x="640080" y="3383280"/>
            <a:ext cx="320040" cy="320040"/>
          </a:xfrm>
          <a:prstGeom prst="rect">
            <a:avLst/>
          </a:prstGeom>
          <a:noFill/>
          <a:ln/>
        </p:spPr>
        <p:txBody>
          <a:bodyPr wrap="square" lIns="0" tIns="0" rIns="0" bIns="0" rtlCol="0" anchor="ctr"/>
          <a:lstStyle/>
          <a:p>
            <a:pPr marL="0" indent="0" algn="ctr">
              <a:buNone/>
            </a:pPr>
            <a:r>
              <a:rPr lang="en-US" sz="1800">
                <a:solidFill>
                  <a:srgbClr val="FFFFFF"/>
                </a:solidFill>
                <a:latin typeface="Georgia" pitchFamily="34" charset="0"/>
                <a:ea typeface="Georgia" pitchFamily="34" charset="-122"/>
                <a:cs typeface="Georgia" pitchFamily="34" charset="-120"/>
              </a:rPr>
              <a:t>4</a:t>
            </a:r>
            <a:endParaRPr lang="en-US" sz="1800"/>
          </a:p>
        </p:txBody>
      </p:sp>
      <p:sp>
        <p:nvSpPr>
          <p:cNvPr id="15" name="Text 13"/>
          <p:cNvSpPr/>
          <p:nvPr/>
        </p:nvSpPr>
        <p:spPr>
          <a:xfrm>
            <a:off x="1097280" y="3337560"/>
            <a:ext cx="7132320" cy="64008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Structure-aware representations were useful, but not enough to become the final mainline.</a:t>
            </a:r>
            <a:endParaRPr lang="en-US" sz="1800" dirty="0"/>
          </a:p>
        </p:txBody>
      </p:sp>
      <p:sp>
        <p:nvSpPr>
          <p:cNvPr id="16" name="Text Questions"/>
          <p:cNvSpPr/>
          <p:nvPr/>
        </p:nvSpPr>
        <p:spPr>
          <a:xfrm>
            <a:off x="640080" y="4114800"/>
            <a:ext cx="7863840" cy="548640"/>
          </a:xfrm>
          <a:prstGeom prst="rect">
            <a:avLst/>
          </a:prstGeom>
          <a:noFill/>
          <a:ln/>
        </p:spPr>
        <p:txBody>
          <a:bodyPr wrap="square" lIns="0" tIns="0" rIns="0" bIns="0" rtlCol="0" anchor="ctr"/>
          <a:lstStyle/>
          <a:p>
            <a:pPr marL="0" indent="0" algn="ctr">
              <a:buNone/>
            </a:pPr>
            <a:r>
              <a:rPr lang="en-US" sz="2400" b="1">
                <a:solidFill>
                  <a:srgbClr val="CADCFC"/>
                </a:solidFill>
                <a:latin typeface="Georgia" pitchFamily="34" charset="0"/>
                <a:ea typeface="Georgia" pitchFamily="34" charset="-122"/>
                <a:cs typeface="Georgia" pitchFamily="34" charset="-120"/>
              </a:rPr>
              <a:t>Questions?</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434</TotalTime>
  <Words>1736</Words>
  <Application>Microsoft Office PowerPoint</Application>
  <PresentationFormat>On-screen Show (16:9)</PresentationFormat>
  <Paragraphs>186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Naman Saboo</dc:creator>
  <cp:lastModifiedBy>Naman Saboo</cp:lastModifiedBy>
  <cp:revision>1</cp:revision>
  <dcterms:created xsi:type="dcterms:W3CDTF">2026-04-21T01:15:34Z</dcterms:created>
  <dcterms:modified xsi:type="dcterms:W3CDTF">2026-04-21T09:16:04Z</dcterms:modified>
</cp:coreProperties>
</file>